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6858000" cy="9144000"/>
  <p:embeddedFontLst>
    <p:embeddedFont>
      <p:font typeface="Host Grotesk Light"/>
      <p:regular r:id="rId18"/>
      <p:bold r:id="rId19"/>
      <p:italic r:id="rId20"/>
      <p:boldItalic r:id="rId21"/>
    </p:embeddedFont>
    <p:embeddedFont>
      <p:font typeface="Inter Light"/>
      <p:regular r:id="rId22"/>
      <p:bold r:id="rId23"/>
      <p:italic r:id="rId24"/>
      <p:boldItalic r:id="rId25"/>
    </p:embeddedFont>
    <p:embeddedFont>
      <p:font typeface="Schibsted Grotesk"/>
      <p:regular r:id="rId26"/>
      <p:bold r:id="rId27"/>
      <p:italic r:id="rId28"/>
      <p:boldItalic r:id="rId29"/>
    </p:embeddedFont>
    <p:embeddedFont>
      <p:font typeface="JetBrains Mono ExtraLight"/>
      <p:regular r:id="rId30"/>
      <p:bold r:id="rId31"/>
      <p:italic r:id="rId32"/>
      <p:boldItalic r:id="rId33"/>
    </p:embeddedFont>
    <p:embeddedFont>
      <p:font typeface="Inter"/>
      <p:regular r:id="rId34"/>
      <p:bold r:id="rId35"/>
      <p:italic r:id="rId36"/>
      <p:boldItalic r:id="rId37"/>
    </p:embeddedFont>
    <p:embeddedFont>
      <p:font typeface="Manrope"/>
      <p:regular r:id="rId38"/>
      <p:bold r:id="rId39"/>
    </p:embeddedFont>
    <p:embeddedFont>
      <p:font typeface="JetBrains Mono Light"/>
      <p:regular r:id="rId40"/>
      <p:bold r:id="rId41"/>
      <p:italic r:id="rId42"/>
      <p:boldItalic r:id="rId43"/>
    </p:embeddedFont>
    <p:embeddedFont>
      <p:font typeface="Host Grotesk"/>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JetBrainsMonoLight-regular.fntdata"/><Relationship Id="rId20" Type="http://schemas.openxmlformats.org/officeDocument/2006/relationships/font" Target="fonts/HostGroteskLight-italic.fntdata"/><Relationship Id="rId42" Type="http://schemas.openxmlformats.org/officeDocument/2006/relationships/font" Target="fonts/JetBrainsMonoLight-italic.fntdata"/><Relationship Id="rId41" Type="http://schemas.openxmlformats.org/officeDocument/2006/relationships/font" Target="fonts/JetBrainsMonoLight-bold.fntdata"/><Relationship Id="rId22" Type="http://schemas.openxmlformats.org/officeDocument/2006/relationships/font" Target="fonts/InterLight-regular.fntdata"/><Relationship Id="rId44" Type="http://schemas.openxmlformats.org/officeDocument/2006/relationships/font" Target="fonts/HostGrotesk-regular.fntdata"/><Relationship Id="rId21" Type="http://schemas.openxmlformats.org/officeDocument/2006/relationships/font" Target="fonts/HostGroteskLight-boldItalic.fntdata"/><Relationship Id="rId43" Type="http://schemas.openxmlformats.org/officeDocument/2006/relationships/font" Target="fonts/JetBrainsMonoLight-boldItalic.fntdata"/><Relationship Id="rId24" Type="http://schemas.openxmlformats.org/officeDocument/2006/relationships/font" Target="fonts/InterLight-italic.fntdata"/><Relationship Id="rId46" Type="http://schemas.openxmlformats.org/officeDocument/2006/relationships/font" Target="fonts/HostGrotesk-italic.fntdata"/><Relationship Id="rId23" Type="http://schemas.openxmlformats.org/officeDocument/2006/relationships/font" Target="fonts/InterLight-bold.fntdata"/><Relationship Id="rId45" Type="http://schemas.openxmlformats.org/officeDocument/2006/relationships/font" Target="fonts/HostGrotesk-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SchibstedGrotesk-regular.fntdata"/><Relationship Id="rId25" Type="http://schemas.openxmlformats.org/officeDocument/2006/relationships/font" Target="fonts/InterLight-boldItalic.fntdata"/><Relationship Id="rId47" Type="http://schemas.openxmlformats.org/officeDocument/2006/relationships/font" Target="fonts/HostGrotesk-boldItalic.fntdata"/><Relationship Id="rId28" Type="http://schemas.openxmlformats.org/officeDocument/2006/relationships/font" Target="fonts/SchibstedGrotesk-italic.fntdata"/><Relationship Id="rId27" Type="http://schemas.openxmlformats.org/officeDocument/2006/relationships/font" Target="fonts/SchibstedGrotesk-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SchibstedGrotesk-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JetBrainsMonoExtraLight-bold.fntdata"/><Relationship Id="rId30" Type="http://schemas.openxmlformats.org/officeDocument/2006/relationships/font" Target="fonts/JetBrainsMonoExtraLight-regular.fntdata"/><Relationship Id="rId11" Type="http://schemas.openxmlformats.org/officeDocument/2006/relationships/slide" Target="slides/slide7.xml"/><Relationship Id="rId33" Type="http://schemas.openxmlformats.org/officeDocument/2006/relationships/font" Target="fonts/JetBrainsMonoExtraLight-boldItalic.fntdata"/><Relationship Id="rId10" Type="http://schemas.openxmlformats.org/officeDocument/2006/relationships/slide" Target="slides/slide6.xml"/><Relationship Id="rId32" Type="http://schemas.openxmlformats.org/officeDocument/2006/relationships/font" Target="fonts/JetBrainsMonoExtraLight-italic.fntdata"/><Relationship Id="rId13" Type="http://schemas.openxmlformats.org/officeDocument/2006/relationships/slide" Target="slides/slide9.xml"/><Relationship Id="rId35" Type="http://schemas.openxmlformats.org/officeDocument/2006/relationships/font" Target="fonts/Inter-bold.fntdata"/><Relationship Id="rId12" Type="http://schemas.openxmlformats.org/officeDocument/2006/relationships/slide" Target="slides/slide8.xml"/><Relationship Id="rId34" Type="http://schemas.openxmlformats.org/officeDocument/2006/relationships/font" Target="fonts/Inter-regular.fntdata"/><Relationship Id="rId15" Type="http://schemas.openxmlformats.org/officeDocument/2006/relationships/slide" Target="slides/slide11.xml"/><Relationship Id="rId37" Type="http://schemas.openxmlformats.org/officeDocument/2006/relationships/font" Target="fonts/Inter-boldItalic.fntdata"/><Relationship Id="rId14" Type="http://schemas.openxmlformats.org/officeDocument/2006/relationships/slide" Target="slides/slide10.xml"/><Relationship Id="rId36" Type="http://schemas.openxmlformats.org/officeDocument/2006/relationships/font" Target="fonts/Inter-italic.fntdata"/><Relationship Id="rId17" Type="http://schemas.openxmlformats.org/officeDocument/2006/relationships/slide" Target="slides/slide13.xml"/><Relationship Id="rId39" Type="http://schemas.openxmlformats.org/officeDocument/2006/relationships/font" Target="fonts/Manrope-bold.fntdata"/><Relationship Id="rId16" Type="http://schemas.openxmlformats.org/officeDocument/2006/relationships/slide" Target="slides/slide12.xml"/><Relationship Id="rId38" Type="http://schemas.openxmlformats.org/officeDocument/2006/relationships/font" Target="fonts/Manrope-regular.fntdata"/><Relationship Id="rId19" Type="http://schemas.openxmlformats.org/officeDocument/2006/relationships/font" Target="fonts/HostGroteskLight-bold.fntdata"/><Relationship Id="rId18" Type="http://schemas.openxmlformats.org/officeDocument/2006/relationships/font" Target="fonts/HostGrotesk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g36f25c6be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 name="Google Shape;27;g36f25c6be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36f25c6bef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 name="Google Shape;35;g36f25c6bef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6f25c6befa_0_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6f25c6befa_0_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6f25c6befa_0_9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6f25c6befa_0_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6f25c6befa_0_1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6f25c6befa_0_1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6f25c6befa_0_1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6f25c6befa_0_1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6f25c6befa_0_1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6f25c6befa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6f25c6befa_0_10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6f25c6befa_0_10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6f25c6bef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6f25c6bef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6f25c6bef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6f25c6bef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6f25c6befa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6f25c6befa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6f25c6befa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6f25c6befa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6f25c6befa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6f25c6befa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header" type="blank">
  <p:cSld name="BLANK">
    <p:spTree>
      <p:nvGrpSpPr>
        <p:cNvPr id="13" name="Shape 13"/>
        <p:cNvGrpSpPr/>
        <p:nvPr/>
      </p:nvGrpSpPr>
      <p:grpSpPr>
        <a:xfrm>
          <a:off x="0" y="0"/>
          <a:ext cx="0" cy="0"/>
          <a:chOff x="0" y="0"/>
          <a:chExt cx="0" cy="0"/>
        </a:xfrm>
      </p:grpSpPr>
      <p:sp>
        <p:nvSpPr>
          <p:cNvPr id="14" name="Google Shape;14;p2"/>
          <p:cNvSpPr txBox="1"/>
          <p:nvPr>
            <p:ph idx="12" type="sldNum"/>
          </p:nvPr>
        </p:nvSpPr>
        <p:spPr>
          <a:xfrm>
            <a:off x="8694725" y="4663225"/>
            <a:ext cx="326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2"/>
          <p:cNvSpPr txBox="1"/>
          <p:nvPr>
            <p:ph type="title"/>
          </p:nvPr>
        </p:nvSpPr>
        <p:spPr>
          <a:xfrm>
            <a:off x="747000" y="257600"/>
            <a:ext cx="7421400" cy="393600"/>
          </a:xfrm>
          <a:prstGeom prst="rect">
            <a:avLst/>
          </a:prstGeom>
        </p:spPr>
        <p:txBody>
          <a:bodyPr anchorCtr="0" anchor="ctr" bIns="0" lIns="0" spcFirstLastPara="1" rIns="0" wrap="square" tIns="0">
            <a:normAutofit/>
          </a:bodyPr>
          <a:lstStyle>
            <a:lvl1pPr lvl="0">
              <a:spcBef>
                <a:spcPts val="0"/>
              </a:spcBef>
              <a:spcAft>
                <a:spcPts val="0"/>
              </a:spcAft>
              <a:buSzPts val="2000"/>
              <a:buFont typeface="Host Grotesk"/>
              <a:buNone/>
              <a:defRPr sz="2000">
                <a:latin typeface="Host Grotesk"/>
                <a:ea typeface="Host Grotesk"/>
                <a:cs typeface="Host Grotesk"/>
                <a:sym typeface="Host Grotesk"/>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pic>
        <p:nvPicPr>
          <p:cNvPr id="16" name="Google Shape;16;p2" title="Scale Logo Symbol 3D.png"/>
          <p:cNvPicPr preferRelativeResize="0"/>
          <p:nvPr/>
        </p:nvPicPr>
        <p:blipFill>
          <a:blip r:embed="rId2">
            <a:alphaModFix/>
          </a:blip>
          <a:stretch>
            <a:fillRect/>
          </a:stretch>
        </p:blipFill>
        <p:spPr>
          <a:xfrm>
            <a:off x="236575" y="295550"/>
            <a:ext cx="317699" cy="317700"/>
          </a:xfrm>
          <a:prstGeom prst="rect">
            <a:avLst/>
          </a:prstGeom>
          <a:noFill/>
          <a:ln>
            <a:noFill/>
          </a:ln>
        </p:spPr>
      </p:pic>
      <p:pic>
        <p:nvPicPr>
          <p:cNvPr id="17" name="Google Shape;17;p2" title="Logotype Gradient RGB.png"/>
          <p:cNvPicPr preferRelativeResize="0"/>
          <p:nvPr/>
        </p:nvPicPr>
        <p:blipFill>
          <a:blip r:embed="rId3">
            <a:alphaModFix/>
          </a:blip>
          <a:stretch>
            <a:fillRect/>
          </a:stretch>
        </p:blipFill>
        <p:spPr>
          <a:xfrm>
            <a:off x="8414222" y="244052"/>
            <a:ext cx="493200" cy="15824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3">
    <p:spTree>
      <p:nvGrpSpPr>
        <p:cNvPr id="18" name="Shape 18"/>
        <p:cNvGrpSpPr/>
        <p:nvPr/>
      </p:nvGrpSpPr>
      <p:grpSpPr>
        <a:xfrm>
          <a:off x="0" y="0"/>
          <a:ext cx="0" cy="0"/>
          <a:chOff x="0" y="0"/>
          <a:chExt cx="0" cy="0"/>
        </a:xfrm>
      </p:grpSpPr>
      <p:sp>
        <p:nvSpPr>
          <p:cNvPr id="19" name="Google Shape;19;p3"/>
          <p:cNvSpPr txBox="1"/>
          <p:nvPr>
            <p:ph idx="12" type="sldNum"/>
          </p:nvPr>
        </p:nvSpPr>
        <p:spPr>
          <a:xfrm>
            <a:off x="8694725" y="4663225"/>
            <a:ext cx="326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txBox="1"/>
          <p:nvPr>
            <p:ph idx="2" type="sldNum"/>
          </p:nvPr>
        </p:nvSpPr>
        <p:spPr>
          <a:xfrm>
            <a:off x="8694725" y="4663225"/>
            <a:ext cx="326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CUSTOM_3_1">
    <p:spTree>
      <p:nvGrpSpPr>
        <p:cNvPr id="21" name="Shape 21"/>
        <p:cNvGrpSpPr/>
        <p:nvPr/>
      </p:nvGrpSpPr>
      <p:grpSpPr>
        <a:xfrm>
          <a:off x="0" y="0"/>
          <a:ext cx="0" cy="0"/>
          <a:chOff x="0" y="0"/>
          <a:chExt cx="0" cy="0"/>
        </a:xfrm>
      </p:grpSpPr>
      <p:sp>
        <p:nvSpPr>
          <p:cNvPr id="22" name="Google Shape;22;p4"/>
          <p:cNvSpPr txBox="1"/>
          <p:nvPr>
            <p:ph idx="12" type="sldNum"/>
          </p:nvPr>
        </p:nvSpPr>
        <p:spPr>
          <a:xfrm>
            <a:off x="8694725" y="4663225"/>
            <a:ext cx="326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4"/>
          <p:cNvSpPr txBox="1"/>
          <p:nvPr>
            <p:ph idx="2" type="sldNum"/>
          </p:nvPr>
        </p:nvSpPr>
        <p:spPr>
          <a:xfrm>
            <a:off x="8694725" y="4663225"/>
            <a:ext cx="326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4"/>
          <p:cNvSpPr txBox="1"/>
          <p:nvPr>
            <p:ph type="title"/>
          </p:nvPr>
        </p:nvSpPr>
        <p:spPr>
          <a:xfrm>
            <a:off x="746850" y="1789350"/>
            <a:ext cx="3710700" cy="1564800"/>
          </a:xfrm>
          <a:prstGeom prst="rect">
            <a:avLst/>
          </a:prstGeom>
        </p:spPr>
        <p:txBody>
          <a:bodyPr anchorCtr="0" anchor="b" bIns="0" lIns="0" spcFirstLastPara="1" rIns="0" wrap="square" tIns="0">
            <a:normAutofit/>
          </a:bodyPr>
          <a:lstStyle>
            <a:lvl1pPr lvl="0">
              <a:spcBef>
                <a:spcPts val="0"/>
              </a:spcBef>
              <a:spcAft>
                <a:spcPts val="0"/>
              </a:spcAft>
              <a:buSzPts val="3300"/>
              <a:buFont typeface="Host Grotesk"/>
              <a:buNone/>
              <a:defRPr sz="3300">
                <a:latin typeface="Host Grotesk"/>
                <a:ea typeface="Host Grotesk"/>
                <a:cs typeface="Host Grotesk"/>
                <a:sym typeface="Host Grotesk"/>
              </a:defRPr>
            </a:lvl1pPr>
            <a:lvl2pPr lvl="1">
              <a:spcBef>
                <a:spcPts val="0"/>
              </a:spcBef>
              <a:spcAft>
                <a:spcPts val="0"/>
              </a:spcAft>
              <a:buSzPts val="3300"/>
              <a:buNone/>
              <a:defRPr sz="3300"/>
            </a:lvl2pPr>
            <a:lvl3pPr lvl="2">
              <a:spcBef>
                <a:spcPts val="0"/>
              </a:spcBef>
              <a:spcAft>
                <a:spcPts val="0"/>
              </a:spcAft>
              <a:buSzPts val="3300"/>
              <a:buNone/>
              <a:defRPr sz="3300"/>
            </a:lvl3pPr>
            <a:lvl4pPr lvl="3">
              <a:spcBef>
                <a:spcPts val="0"/>
              </a:spcBef>
              <a:spcAft>
                <a:spcPts val="0"/>
              </a:spcAft>
              <a:buSzPts val="3300"/>
              <a:buNone/>
              <a:defRPr sz="3300"/>
            </a:lvl4pPr>
            <a:lvl5pPr lvl="4">
              <a:spcBef>
                <a:spcPts val="0"/>
              </a:spcBef>
              <a:spcAft>
                <a:spcPts val="0"/>
              </a:spcAft>
              <a:buSzPts val="3300"/>
              <a:buNone/>
              <a:defRPr sz="3300"/>
            </a:lvl5pPr>
            <a:lvl6pPr lvl="5">
              <a:spcBef>
                <a:spcPts val="0"/>
              </a:spcBef>
              <a:spcAft>
                <a:spcPts val="0"/>
              </a:spcAft>
              <a:buSzPts val="3300"/>
              <a:buNone/>
              <a:defRPr sz="3300"/>
            </a:lvl6pPr>
            <a:lvl7pPr lvl="6">
              <a:spcBef>
                <a:spcPts val="0"/>
              </a:spcBef>
              <a:spcAft>
                <a:spcPts val="0"/>
              </a:spcAft>
              <a:buSzPts val="3300"/>
              <a:buNone/>
              <a:defRPr sz="3300"/>
            </a:lvl7pPr>
            <a:lvl8pPr lvl="7">
              <a:spcBef>
                <a:spcPts val="0"/>
              </a:spcBef>
              <a:spcAft>
                <a:spcPts val="0"/>
              </a:spcAft>
              <a:buSzPts val="3300"/>
              <a:buNone/>
              <a:defRPr sz="3300"/>
            </a:lvl8pPr>
            <a:lvl9pPr lvl="8">
              <a:spcBef>
                <a:spcPts val="0"/>
              </a:spcBef>
              <a:spcAft>
                <a:spcPts val="0"/>
              </a:spcAft>
              <a:buSzPts val="3300"/>
              <a:buNone/>
              <a:defRPr sz="33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6.gif"/><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1pPr>
            <a:lvl2pPr lvl="1">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Inter"/>
              <a:buChar char="●"/>
              <a:defRPr sz="1800">
                <a:solidFill>
                  <a:schemeClr val="lt2"/>
                </a:solidFill>
                <a:latin typeface="Inter"/>
                <a:ea typeface="Inter"/>
                <a:cs typeface="Inter"/>
                <a:sym typeface="Inter"/>
              </a:defRPr>
            </a:lvl1pPr>
            <a:lvl2pPr indent="-317500" lvl="1" marL="9144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2pPr>
            <a:lvl3pPr indent="-317500" lvl="2" marL="13716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3pPr>
            <a:lvl4pPr indent="-317500" lvl="3" marL="18288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4pPr>
            <a:lvl5pPr indent="-317500" lvl="4" marL="22860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5pPr>
            <a:lvl6pPr indent="-317500" lvl="5" marL="27432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6pPr>
            <a:lvl7pPr indent="-317500" lvl="6" marL="32004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7pPr>
            <a:lvl8pPr indent="-317500" lvl="7" marL="36576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8pPr>
            <a:lvl9pPr indent="-317500" lvl="8" marL="41148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9pPr>
          </a:lstStyle>
          <a:p/>
        </p:txBody>
      </p:sp>
      <p:sp>
        <p:nvSpPr>
          <p:cNvPr id="8" name="Google Shape;8;p1"/>
          <p:cNvSpPr txBox="1"/>
          <p:nvPr>
            <p:ph idx="12" type="sldNum"/>
          </p:nvPr>
        </p:nvSpPr>
        <p:spPr>
          <a:xfrm>
            <a:off x="8694725" y="4663225"/>
            <a:ext cx="3264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lt2"/>
                </a:solidFill>
                <a:latin typeface="Inter Light"/>
                <a:ea typeface="Inter Light"/>
                <a:cs typeface="Inter Light"/>
                <a:sym typeface="Inter Light"/>
              </a:defRPr>
            </a:lvl1pPr>
            <a:lvl2pPr lvl="1" algn="r">
              <a:buNone/>
              <a:defRPr sz="800">
                <a:solidFill>
                  <a:schemeClr val="lt2"/>
                </a:solidFill>
                <a:latin typeface="Inter Light"/>
                <a:ea typeface="Inter Light"/>
                <a:cs typeface="Inter Light"/>
                <a:sym typeface="Inter Light"/>
              </a:defRPr>
            </a:lvl2pPr>
            <a:lvl3pPr lvl="2" algn="r">
              <a:buNone/>
              <a:defRPr sz="800">
                <a:solidFill>
                  <a:schemeClr val="lt2"/>
                </a:solidFill>
                <a:latin typeface="Inter Light"/>
                <a:ea typeface="Inter Light"/>
                <a:cs typeface="Inter Light"/>
                <a:sym typeface="Inter Light"/>
              </a:defRPr>
            </a:lvl3pPr>
            <a:lvl4pPr lvl="3" algn="r">
              <a:buNone/>
              <a:defRPr sz="800">
                <a:solidFill>
                  <a:schemeClr val="lt2"/>
                </a:solidFill>
                <a:latin typeface="Inter Light"/>
                <a:ea typeface="Inter Light"/>
                <a:cs typeface="Inter Light"/>
                <a:sym typeface="Inter Light"/>
              </a:defRPr>
            </a:lvl4pPr>
            <a:lvl5pPr lvl="4" algn="r">
              <a:buNone/>
              <a:defRPr sz="800">
                <a:solidFill>
                  <a:schemeClr val="lt2"/>
                </a:solidFill>
                <a:latin typeface="Inter Light"/>
                <a:ea typeface="Inter Light"/>
                <a:cs typeface="Inter Light"/>
                <a:sym typeface="Inter Light"/>
              </a:defRPr>
            </a:lvl5pPr>
            <a:lvl6pPr lvl="5" algn="r">
              <a:buNone/>
              <a:defRPr sz="800">
                <a:solidFill>
                  <a:schemeClr val="lt2"/>
                </a:solidFill>
                <a:latin typeface="Inter Light"/>
                <a:ea typeface="Inter Light"/>
                <a:cs typeface="Inter Light"/>
                <a:sym typeface="Inter Light"/>
              </a:defRPr>
            </a:lvl6pPr>
            <a:lvl7pPr lvl="6" algn="r">
              <a:buNone/>
              <a:defRPr sz="800">
                <a:solidFill>
                  <a:schemeClr val="lt2"/>
                </a:solidFill>
                <a:latin typeface="Inter Light"/>
                <a:ea typeface="Inter Light"/>
                <a:cs typeface="Inter Light"/>
                <a:sym typeface="Inter Light"/>
              </a:defRPr>
            </a:lvl7pPr>
            <a:lvl8pPr lvl="7" algn="r">
              <a:buNone/>
              <a:defRPr sz="800">
                <a:solidFill>
                  <a:schemeClr val="lt2"/>
                </a:solidFill>
                <a:latin typeface="Inter Light"/>
                <a:ea typeface="Inter Light"/>
                <a:cs typeface="Inter Light"/>
                <a:sym typeface="Inter Light"/>
              </a:defRPr>
            </a:lvl8pPr>
            <a:lvl9pPr lvl="8" algn="r">
              <a:buNone/>
              <a:defRPr sz="800">
                <a:solidFill>
                  <a:schemeClr val="lt2"/>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6740100" y="4737175"/>
            <a:ext cx="2092200" cy="245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solidFill>
                  <a:schemeClr val="lt2"/>
                </a:solidFill>
                <a:latin typeface="Inter Light"/>
                <a:ea typeface="Inter Light"/>
                <a:cs typeface="Inter Light"/>
                <a:sym typeface="Inter Light"/>
              </a:rPr>
              <a:t>Confidential  |  ©2025 Scale Inc. </a:t>
            </a:r>
            <a:endParaRPr sz="800">
              <a:solidFill>
                <a:schemeClr val="lt2"/>
              </a:solidFill>
              <a:latin typeface="Inter Light"/>
              <a:ea typeface="Inter Light"/>
              <a:cs typeface="Inter Light"/>
              <a:sym typeface="Inter Light"/>
            </a:endParaRPr>
          </a:p>
        </p:txBody>
      </p:sp>
      <p:pic>
        <p:nvPicPr>
          <p:cNvPr id="10" name="Google Shape;10;p1"/>
          <p:cNvPicPr preferRelativeResize="0"/>
          <p:nvPr/>
        </p:nvPicPr>
        <p:blipFill rotWithShape="1">
          <a:blip r:embed="rId1">
            <a:alphaModFix/>
          </a:blip>
          <a:srcRect b="0" l="0" r="10" t="0"/>
          <a:stretch/>
        </p:blipFill>
        <p:spPr>
          <a:xfrm>
            <a:off x="311700" y="4754963"/>
            <a:ext cx="648500" cy="210125"/>
          </a:xfrm>
          <a:prstGeom prst="rect">
            <a:avLst/>
          </a:prstGeom>
          <a:noFill/>
          <a:ln>
            <a:noFill/>
          </a:ln>
        </p:spPr>
      </p:pic>
      <p:pic>
        <p:nvPicPr>
          <p:cNvPr id="11" name="Google Shape;11;p1" title="SLIDE 4.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12" name="Google Shape;12;p1"/>
          <p:cNvSpPr txBox="1"/>
          <p:nvPr/>
        </p:nvSpPr>
        <p:spPr>
          <a:xfrm>
            <a:off x="7331450" y="4924149"/>
            <a:ext cx="1575900" cy="97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lt1"/>
              </a:buClr>
              <a:buSzPts val="1100"/>
              <a:buFont typeface="Arial"/>
              <a:buNone/>
            </a:pPr>
            <a:r>
              <a:rPr lang="en" sz="600">
                <a:solidFill>
                  <a:schemeClr val="lt2"/>
                </a:solidFill>
                <a:latin typeface="Host Grotesk"/>
                <a:ea typeface="Host Grotesk"/>
                <a:cs typeface="Host Grotesk"/>
                <a:sym typeface="Host Grotesk"/>
              </a:rPr>
              <a:t>Proprietary</a:t>
            </a:r>
            <a:r>
              <a:rPr lang="en" sz="600">
                <a:solidFill>
                  <a:schemeClr val="lt2"/>
                </a:solidFill>
                <a:latin typeface="Host Grotesk"/>
                <a:ea typeface="Host Grotesk"/>
                <a:cs typeface="Host Grotesk"/>
                <a:sym typeface="Host Grotesk"/>
              </a:rPr>
              <a:t>  |  ©2025 Scale Inc.</a:t>
            </a:r>
            <a:endParaRPr sz="600">
              <a:solidFill>
                <a:schemeClr val="lt2"/>
              </a:solidFill>
              <a:latin typeface="Host Grotesk"/>
              <a:ea typeface="Host Grotesk"/>
              <a:cs typeface="Host Grotesk"/>
              <a:sym typeface="Host Grotesk"/>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209">
          <p15:clr>
            <a:srgbClr val="E46962"/>
          </p15:clr>
        </p15:guide>
        <p15:guide id="2" pos="4824">
          <p15:clr>
            <a:srgbClr val="E46962"/>
          </p15:clr>
        </p15:guide>
        <p15:guide id="3" pos="5145">
          <p15:clr>
            <a:srgbClr val="E46962"/>
          </p15:clr>
        </p15:guide>
        <p15:guide id="4" pos="5290">
          <p15:clr>
            <a:srgbClr val="E46962"/>
          </p15:clr>
        </p15:guide>
        <p15:guide id="5" orient="horz" pos="138">
          <p15:clr>
            <a:srgbClr val="E46962"/>
          </p15:clr>
        </p15:guide>
        <p15:guide id="6" orient="horz" pos="408">
          <p15:clr>
            <a:srgbClr val="E46962"/>
          </p15:clr>
        </p15:guide>
        <p15:guide id="7" orient="horz" pos="673">
          <p15:clr>
            <a:srgbClr val="E46962"/>
          </p15:clr>
        </p15:guide>
        <p15:guide id="8" orient="horz" pos="944">
          <p15:clr>
            <a:srgbClr val="E46962"/>
          </p15:clr>
        </p15:guide>
        <p15:guide id="9" orient="horz" pos="1217">
          <p15:clr>
            <a:srgbClr val="E46962"/>
          </p15:clr>
        </p15:guide>
        <p15:guide id="10" orient="horz" pos="1484">
          <p15:clr>
            <a:srgbClr val="E46962"/>
          </p15:clr>
        </p15:guide>
        <p15:guide id="11" orient="horz" pos="2023">
          <p15:clr>
            <a:srgbClr val="E46962"/>
          </p15:clr>
        </p15:guide>
        <p15:guide id="12" orient="horz" pos="2296">
          <p15:clr>
            <a:srgbClr val="E46962"/>
          </p15:clr>
        </p15:guide>
        <p15:guide id="13" orient="horz" pos="2564">
          <p15:clr>
            <a:srgbClr val="E46962"/>
          </p15:clr>
        </p15:guide>
        <p15:guide id="14" orient="horz" pos="2832">
          <p15:clr>
            <a:srgbClr val="E46962"/>
          </p15:clr>
        </p15:guide>
        <p15:guide id="15" orient="horz" pos="1756">
          <p15:clr>
            <a:srgbClr val="E46962"/>
          </p15:clr>
        </p15:guide>
        <p15:guide id="16" orient="horz" pos="3102">
          <p15:clr>
            <a:srgbClr val="E46962"/>
          </p15:clr>
        </p15:guide>
        <p15:guide id="17" pos="149">
          <p15:clr>
            <a:srgbClr val="E46962"/>
          </p15:clr>
        </p15:guide>
        <p15:guide id="18" pos="470">
          <p15:clr>
            <a:srgbClr val="E46962"/>
          </p15:clr>
        </p15:guide>
        <p15:guide id="19" pos="615">
          <p15:clr>
            <a:srgbClr val="E46962"/>
          </p15:clr>
        </p15:guide>
        <p15:guide id="20" pos="936">
          <p15:clr>
            <a:srgbClr val="E46962"/>
          </p15:clr>
        </p15:guide>
        <p15:guide id="21" pos="1085">
          <p15:clr>
            <a:srgbClr val="E46962"/>
          </p15:clr>
        </p15:guide>
        <p15:guide id="22" pos="1405">
          <p15:clr>
            <a:srgbClr val="E46962"/>
          </p15:clr>
        </p15:guide>
        <p15:guide id="23" pos="1551">
          <p15:clr>
            <a:srgbClr val="E46962"/>
          </p15:clr>
        </p15:guide>
        <p15:guide id="24" pos="1875">
          <p15:clr>
            <a:srgbClr val="E46962"/>
          </p15:clr>
        </p15:guide>
        <p15:guide id="25" pos="2018">
          <p15:clr>
            <a:srgbClr val="E46962"/>
          </p15:clr>
        </p15:guide>
        <p15:guide id="26" pos="2340">
          <p15:clr>
            <a:srgbClr val="E46962"/>
          </p15:clr>
        </p15:guide>
        <p15:guide id="27" pos="2487">
          <p15:clr>
            <a:srgbClr val="E46962"/>
          </p15:clr>
        </p15:guide>
        <p15:guide id="28" pos="2808">
          <p15:clr>
            <a:srgbClr val="E46962"/>
          </p15:clr>
        </p15:guide>
        <p15:guide id="29" pos="2952">
          <p15:clr>
            <a:srgbClr val="E46962"/>
          </p15:clr>
        </p15:guide>
        <p15:guide id="30" pos="3273">
          <p15:clr>
            <a:srgbClr val="E46962"/>
          </p15:clr>
        </p15:guide>
        <p15:guide id="31" pos="3420">
          <p15:clr>
            <a:srgbClr val="E46962"/>
          </p15:clr>
        </p15:guide>
        <p15:guide id="32" pos="3739">
          <p15:clr>
            <a:srgbClr val="E46962"/>
          </p15:clr>
        </p15:guide>
        <p15:guide id="33" pos="3888">
          <p15:clr>
            <a:srgbClr val="E46962"/>
          </p15:clr>
        </p15:guide>
        <p15:guide id="34" pos="4356">
          <p15:clr>
            <a:srgbClr val="E46962"/>
          </p15:clr>
        </p15:guide>
        <p15:guide id="35" pos="4675">
          <p15:clr>
            <a:srgbClr val="E46962"/>
          </p15:clr>
        </p15:guide>
        <p15:guide id="36" pos="5611">
          <p15:clr>
            <a:srgbClr val="E46962"/>
          </p15:clr>
        </p15:guide>
        <p15:guide id="37" orient="horz" pos="280">
          <p15:clr>
            <a:srgbClr val="E46962"/>
          </p15:clr>
        </p15:guide>
        <p15:guide id="38" orient="horz" pos="540">
          <p15:clr>
            <a:srgbClr val="E46962"/>
          </p15:clr>
        </p15:guide>
        <p15:guide id="39" orient="horz" pos="808">
          <p15:clr>
            <a:srgbClr val="E46962"/>
          </p15:clr>
        </p15:guide>
        <p15:guide id="40" orient="horz" pos="1080">
          <p15:clr>
            <a:srgbClr val="E46962"/>
          </p15:clr>
        </p15:guide>
        <p15:guide id="41" orient="horz" pos="1350">
          <p15:clr>
            <a:srgbClr val="E46962"/>
          </p15:clr>
        </p15:guide>
        <p15:guide id="42" orient="horz" pos="1620">
          <p15:clr>
            <a:srgbClr val="E46962"/>
          </p15:clr>
        </p15:guide>
        <p15:guide id="43" orient="horz" pos="1890">
          <p15:clr>
            <a:srgbClr val="E46962"/>
          </p15:clr>
        </p15:guide>
        <p15:guide id="44" orient="horz" pos="2160">
          <p15:clr>
            <a:srgbClr val="E46962"/>
          </p15:clr>
        </p15:guide>
        <p15:guide id="45" orient="horz" pos="2432">
          <p15:clr>
            <a:srgbClr val="E46962"/>
          </p15:clr>
        </p15:guide>
        <p15:guide id="46" orient="horz" pos="2696">
          <p15:clr>
            <a:srgbClr val="E46962"/>
          </p15:clr>
        </p15:guide>
        <p15:guide id="47" orient="horz" pos="2967">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40" Type="http://schemas.openxmlformats.org/officeDocument/2006/relationships/image" Target="../media/image35.png"/><Relationship Id="rId20" Type="http://schemas.openxmlformats.org/officeDocument/2006/relationships/image" Target="../media/image39.png"/><Relationship Id="rId41" Type="http://schemas.openxmlformats.org/officeDocument/2006/relationships/image" Target="../media/image40.png"/><Relationship Id="rId22" Type="http://schemas.openxmlformats.org/officeDocument/2006/relationships/image" Target="../media/image23.png"/><Relationship Id="rId21" Type="http://schemas.openxmlformats.org/officeDocument/2006/relationships/image" Target="../media/image22.png"/><Relationship Id="rId24" Type="http://schemas.openxmlformats.org/officeDocument/2006/relationships/image" Target="../media/image26.png"/><Relationship Id="rId23" Type="http://schemas.openxmlformats.org/officeDocument/2006/relationships/image" Target="../media/image31.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17.png"/><Relationship Id="rId9" Type="http://schemas.openxmlformats.org/officeDocument/2006/relationships/image" Target="../media/image4.png"/><Relationship Id="rId26" Type="http://schemas.openxmlformats.org/officeDocument/2006/relationships/image" Target="../media/image28.png"/><Relationship Id="rId25" Type="http://schemas.openxmlformats.org/officeDocument/2006/relationships/image" Target="../media/image25.png"/><Relationship Id="rId28" Type="http://schemas.openxmlformats.org/officeDocument/2006/relationships/image" Target="../media/image27.png"/><Relationship Id="rId27" Type="http://schemas.openxmlformats.org/officeDocument/2006/relationships/image" Target="../media/image34.png"/><Relationship Id="rId5" Type="http://schemas.openxmlformats.org/officeDocument/2006/relationships/image" Target="../media/image7.png"/><Relationship Id="rId6" Type="http://schemas.openxmlformats.org/officeDocument/2006/relationships/image" Target="../media/image3.png"/><Relationship Id="rId29" Type="http://schemas.openxmlformats.org/officeDocument/2006/relationships/image" Target="../media/image24.png"/><Relationship Id="rId7" Type="http://schemas.openxmlformats.org/officeDocument/2006/relationships/image" Target="../media/image11.png"/><Relationship Id="rId8" Type="http://schemas.openxmlformats.org/officeDocument/2006/relationships/image" Target="../media/image14.png"/><Relationship Id="rId31" Type="http://schemas.openxmlformats.org/officeDocument/2006/relationships/image" Target="../media/image38.png"/><Relationship Id="rId30" Type="http://schemas.openxmlformats.org/officeDocument/2006/relationships/image" Target="../media/image42.png"/><Relationship Id="rId11" Type="http://schemas.openxmlformats.org/officeDocument/2006/relationships/image" Target="../media/image29.png"/><Relationship Id="rId33" Type="http://schemas.openxmlformats.org/officeDocument/2006/relationships/image" Target="../media/image37.png"/><Relationship Id="rId10" Type="http://schemas.openxmlformats.org/officeDocument/2006/relationships/image" Target="../media/image15.png"/><Relationship Id="rId32" Type="http://schemas.openxmlformats.org/officeDocument/2006/relationships/image" Target="../media/image32.png"/><Relationship Id="rId13" Type="http://schemas.openxmlformats.org/officeDocument/2006/relationships/image" Target="../media/image21.png"/><Relationship Id="rId35" Type="http://schemas.openxmlformats.org/officeDocument/2006/relationships/image" Target="../media/image36.png"/><Relationship Id="rId12" Type="http://schemas.openxmlformats.org/officeDocument/2006/relationships/image" Target="../media/image1.png"/><Relationship Id="rId34" Type="http://schemas.openxmlformats.org/officeDocument/2006/relationships/image" Target="../media/image33.png"/><Relationship Id="rId15" Type="http://schemas.openxmlformats.org/officeDocument/2006/relationships/image" Target="../media/image9.png"/><Relationship Id="rId37" Type="http://schemas.openxmlformats.org/officeDocument/2006/relationships/image" Target="../media/image41.png"/><Relationship Id="rId14" Type="http://schemas.openxmlformats.org/officeDocument/2006/relationships/image" Target="../media/image2.png"/><Relationship Id="rId36" Type="http://schemas.openxmlformats.org/officeDocument/2006/relationships/image" Target="../media/image43.png"/><Relationship Id="rId17" Type="http://schemas.openxmlformats.org/officeDocument/2006/relationships/image" Target="../media/image5.png"/><Relationship Id="rId39" Type="http://schemas.openxmlformats.org/officeDocument/2006/relationships/image" Target="../media/image30.png"/><Relationship Id="rId16" Type="http://schemas.openxmlformats.org/officeDocument/2006/relationships/image" Target="../media/image10.png"/><Relationship Id="rId38" Type="http://schemas.openxmlformats.org/officeDocument/2006/relationships/image" Target="../media/image45.png"/><Relationship Id="rId19" Type="http://schemas.openxmlformats.org/officeDocument/2006/relationships/image" Target="../media/image18.png"/><Relationship Id="rId18"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3.png"/><Relationship Id="rId6" Type="http://schemas.openxmlformats.org/officeDocument/2006/relationships/image" Target="../media/image3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6.png"/><Relationship Id="rId4" Type="http://schemas.openxmlformats.org/officeDocument/2006/relationships/image" Target="../media/image48.png"/><Relationship Id="rId5" Type="http://schemas.openxmlformats.org/officeDocument/2006/relationships/image" Target="../media/image4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sp>
        <p:nvSpPr>
          <p:cNvPr id="29" name="Google Shape;29;p5"/>
          <p:cNvSpPr txBox="1"/>
          <p:nvPr>
            <p:ph idx="4294967295" type="title"/>
          </p:nvPr>
        </p:nvSpPr>
        <p:spPr>
          <a:xfrm>
            <a:off x="311700" y="2040693"/>
            <a:ext cx="8520600" cy="96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t/>
            </a:r>
            <a:endParaRPr b="1" sz="2600"/>
          </a:p>
          <a:p>
            <a:pPr indent="0" lvl="0" marL="0" rtl="0" algn="ctr">
              <a:spcBef>
                <a:spcPts val="0"/>
              </a:spcBef>
              <a:spcAft>
                <a:spcPts val="0"/>
              </a:spcAft>
              <a:buNone/>
            </a:pPr>
            <a:r>
              <a:t/>
            </a:r>
            <a:endParaRPr b="1" sz="3600"/>
          </a:p>
          <a:p>
            <a:pPr indent="0" lvl="0" marL="0" rtl="0" algn="ctr">
              <a:spcBef>
                <a:spcPts val="0"/>
              </a:spcBef>
              <a:spcAft>
                <a:spcPts val="0"/>
              </a:spcAft>
              <a:buClr>
                <a:schemeClr val="lt1"/>
              </a:buClr>
              <a:buSzPts val="1100"/>
              <a:buFont typeface="Arial"/>
              <a:buNone/>
            </a:pPr>
            <a:r>
              <a:t/>
            </a:r>
            <a:endParaRPr sz="2600"/>
          </a:p>
        </p:txBody>
      </p:sp>
      <p:sp>
        <p:nvSpPr>
          <p:cNvPr id="30" name="Google Shape;30;p5"/>
          <p:cNvSpPr txBox="1"/>
          <p:nvPr/>
        </p:nvSpPr>
        <p:spPr>
          <a:xfrm>
            <a:off x="4993275" y="2294700"/>
            <a:ext cx="3445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400">
              <a:solidFill>
                <a:srgbClr val="FFFFFF"/>
              </a:solidFill>
              <a:latin typeface="Inter"/>
              <a:ea typeface="Inter"/>
              <a:cs typeface="Inter"/>
              <a:sym typeface="Inter"/>
            </a:endParaRPr>
          </a:p>
        </p:txBody>
      </p:sp>
      <p:pic>
        <p:nvPicPr>
          <p:cNvPr id="31" name="Google Shape;31;p5"/>
          <p:cNvPicPr preferRelativeResize="0"/>
          <p:nvPr/>
        </p:nvPicPr>
        <p:blipFill>
          <a:blip r:embed="rId3">
            <a:alphaModFix/>
          </a:blip>
          <a:stretch>
            <a:fillRect/>
          </a:stretch>
        </p:blipFill>
        <p:spPr>
          <a:xfrm>
            <a:off x="722777" y="3144262"/>
            <a:ext cx="2053148" cy="662475"/>
          </a:xfrm>
          <a:prstGeom prst="rect">
            <a:avLst/>
          </a:prstGeom>
          <a:noFill/>
          <a:ln>
            <a:noFill/>
          </a:ln>
        </p:spPr>
      </p:pic>
      <p:sp>
        <p:nvSpPr>
          <p:cNvPr id="32" name="Google Shape;32;p5"/>
          <p:cNvSpPr txBox="1"/>
          <p:nvPr/>
        </p:nvSpPr>
        <p:spPr>
          <a:xfrm>
            <a:off x="722775" y="4036200"/>
            <a:ext cx="4960200" cy="960300"/>
          </a:xfrm>
          <a:prstGeom prst="rect">
            <a:avLst/>
          </a:prstGeom>
          <a:noFill/>
          <a:ln>
            <a:noFill/>
          </a:ln>
        </p:spPr>
        <p:txBody>
          <a:bodyPr anchorCtr="0" anchor="t" bIns="91425" lIns="0" spcFirstLastPara="1" rIns="91425" wrap="square" tIns="0">
            <a:noAutofit/>
          </a:bodyPr>
          <a:lstStyle/>
          <a:p>
            <a:pPr indent="0" lvl="0" marL="0" rtl="0" algn="l">
              <a:lnSpc>
                <a:spcPct val="115000"/>
              </a:lnSpc>
              <a:spcBef>
                <a:spcPts val="0"/>
              </a:spcBef>
              <a:spcAft>
                <a:spcPts val="0"/>
              </a:spcAft>
              <a:buNone/>
            </a:pPr>
            <a:r>
              <a:rPr lang="en" sz="2000">
                <a:solidFill>
                  <a:schemeClr val="lt2"/>
                </a:solidFill>
                <a:latin typeface="Host Grotesk"/>
                <a:ea typeface="Host Grotesk"/>
                <a:cs typeface="Host Grotesk"/>
                <a:sym typeface="Host Grotesk"/>
              </a:rPr>
              <a:t>Operationalizing AI</a:t>
            </a:r>
            <a:r>
              <a:rPr lang="en" sz="2000">
                <a:solidFill>
                  <a:schemeClr val="lt2"/>
                </a:solidFill>
                <a:latin typeface="Host Grotesk"/>
                <a:ea typeface="Host Grotesk"/>
                <a:cs typeface="Host Grotesk"/>
                <a:sym typeface="Host Grotesk"/>
              </a:rPr>
              <a:t> for the Public Sector</a:t>
            </a:r>
            <a:endParaRPr sz="2000">
              <a:solidFill>
                <a:schemeClr val="lt2"/>
              </a:solidFill>
              <a:latin typeface="Host Grotesk"/>
              <a:ea typeface="Host Grotesk"/>
              <a:cs typeface="Host Grotesk"/>
              <a:sym typeface="Host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pic>
        <p:nvPicPr>
          <p:cNvPr id="37" name="Google Shape;37;p6"/>
          <p:cNvPicPr preferRelativeResize="0"/>
          <p:nvPr/>
        </p:nvPicPr>
        <p:blipFill>
          <a:blip r:embed="rId3">
            <a:alphaModFix/>
          </a:blip>
          <a:stretch>
            <a:fillRect/>
          </a:stretch>
        </p:blipFill>
        <p:spPr>
          <a:xfrm>
            <a:off x="1093688" y="1520245"/>
            <a:ext cx="301398" cy="301395"/>
          </a:xfrm>
          <a:prstGeom prst="rect">
            <a:avLst/>
          </a:prstGeom>
          <a:noFill/>
          <a:ln>
            <a:noFill/>
          </a:ln>
        </p:spPr>
      </p:pic>
      <p:pic>
        <p:nvPicPr>
          <p:cNvPr id="38" name="Google Shape;38;p6"/>
          <p:cNvPicPr preferRelativeResize="0"/>
          <p:nvPr/>
        </p:nvPicPr>
        <p:blipFill>
          <a:blip r:embed="rId4">
            <a:alphaModFix/>
          </a:blip>
          <a:stretch>
            <a:fillRect/>
          </a:stretch>
        </p:blipFill>
        <p:spPr>
          <a:xfrm>
            <a:off x="2576392" y="1520245"/>
            <a:ext cx="257193" cy="301395"/>
          </a:xfrm>
          <a:prstGeom prst="rect">
            <a:avLst/>
          </a:prstGeom>
          <a:noFill/>
          <a:ln>
            <a:noFill/>
          </a:ln>
        </p:spPr>
      </p:pic>
      <p:pic>
        <p:nvPicPr>
          <p:cNvPr id="39" name="Google Shape;39;p6"/>
          <p:cNvPicPr preferRelativeResize="0"/>
          <p:nvPr/>
        </p:nvPicPr>
        <p:blipFill>
          <a:blip r:embed="rId5">
            <a:alphaModFix/>
          </a:blip>
          <a:stretch>
            <a:fillRect/>
          </a:stretch>
        </p:blipFill>
        <p:spPr>
          <a:xfrm>
            <a:off x="1093688" y="2217669"/>
            <a:ext cx="271258" cy="301395"/>
          </a:xfrm>
          <a:prstGeom prst="rect">
            <a:avLst/>
          </a:prstGeom>
          <a:noFill/>
          <a:ln>
            <a:noFill/>
          </a:ln>
        </p:spPr>
      </p:pic>
      <p:pic>
        <p:nvPicPr>
          <p:cNvPr id="40" name="Google Shape;40;p6" title="Icon - Browser Window.png"/>
          <p:cNvPicPr preferRelativeResize="0"/>
          <p:nvPr/>
        </p:nvPicPr>
        <p:blipFill rotWithShape="1">
          <a:blip r:embed="rId6">
            <a:alphaModFix/>
          </a:blip>
          <a:srcRect b="169" l="0" r="0" t="169"/>
          <a:stretch/>
        </p:blipFill>
        <p:spPr>
          <a:xfrm>
            <a:off x="3294705" y="1484920"/>
            <a:ext cx="339575" cy="301394"/>
          </a:xfrm>
          <a:prstGeom prst="rect">
            <a:avLst/>
          </a:prstGeom>
          <a:noFill/>
          <a:ln>
            <a:noFill/>
          </a:ln>
        </p:spPr>
      </p:pic>
      <p:pic>
        <p:nvPicPr>
          <p:cNvPr id="41" name="Google Shape;41;p6"/>
          <p:cNvPicPr preferRelativeResize="0"/>
          <p:nvPr/>
        </p:nvPicPr>
        <p:blipFill>
          <a:blip r:embed="rId7">
            <a:alphaModFix/>
          </a:blip>
          <a:stretch>
            <a:fillRect/>
          </a:stretch>
        </p:blipFill>
        <p:spPr>
          <a:xfrm>
            <a:off x="1848228" y="2217669"/>
            <a:ext cx="301398" cy="301395"/>
          </a:xfrm>
          <a:prstGeom prst="rect">
            <a:avLst/>
          </a:prstGeom>
          <a:noFill/>
          <a:ln>
            <a:noFill/>
          </a:ln>
        </p:spPr>
      </p:pic>
      <p:pic>
        <p:nvPicPr>
          <p:cNvPr id="42" name="Google Shape;42;p6"/>
          <p:cNvPicPr preferRelativeResize="0"/>
          <p:nvPr/>
        </p:nvPicPr>
        <p:blipFill>
          <a:blip r:embed="rId8">
            <a:alphaModFix/>
          </a:blip>
          <a:stretch>
            <a:fillRect/>
          </a:stretch>
        </p:blipFill>
        <p:spPr>
          <a:xfrm>
            <a:off x="4786974" y="1520245"/>
            <a:ext cx="301398" cy="301395"/>
          </a:xfrm>
          <a:prstGeom prst="rect">
            <a:avLst/>
          </a:prstGeom>
          <a:noFill/>
          <a:ln>
            <a:noFill/>
          </a:ln>
        </p:spPr>
      </p:pic>
      <p:pic>
        <p:nvPicPr>
          <p:cNvPr id="43" name="Google Shape;43;p6"/>
          <p:cNvPicPr preferRelativeResize="0"/>
          <p:nvPr/>
        </p:nvPicPr>
        <p:blipFill>
          <a:blip r:embed="rId9">
            <a:alphaModFix/>
          </a:blip>
          <a:stretch>
            <a:fillRect/>
          </a:stretch>
        </p:blipFill>
        <p:spPr>
          <a:xfrm>
            <a:off x="1093688" y="2970851"/>
            <a:ext cx="301398" cy="301395"/>
          </a:xfrm>
          <a:prstGeom prst="rect">
            <a:avLst/>
          </a:prstGeom>
          <a:noFill/>
          <a:ln>
            <a:noFill/>
          </a:ln>
        </p:spPr>
      </p:pic>
      <p:pic>
        <p:nvPicPr>
          <p:cNvPr id="44" name="Google Shape;44;p6"/>
          <p:cNvPicPr preferRelativeResize="0"/>
          <p:nvPr/>
        </p:nvPicPr>
        <p:blipFill>
          <a:blip r:embed="rId10">
            <a:alphaModFix/>
          </a:blip>
          <a:stretch>
            <a:fillRect/>
          </a:stretch>
        </p:blipFill>
        <p:spPr>
          <a:xfrm>
            <a:off x="7087238" y="1520251"/>
            <a:ext cx="285323" cy="301395"/>
          </a:xfrm>
          <a:prstGeom prst="rect">
            <a:avLst/>
          </a:prstGeom>
          <a:noFill/>
          <a:ln>
            <a:noFill/>
          </a:ln>
        </p:spPr>
      </p:pic>
      <p:pic>
        <p:nvPicPr>
          <p:cNvPr id="45" name="Google Shape;45;p6"/>
          <p:cNvPicPr preferRelativeResize="0"/>
          <p:nvPr/>
        </p:nvPicPr>
        <p:blipFill>
          <a:blip r:embed="rId11">
            <a:alphaModFix/>
          </a:blip>
          <a:stretch>
            <a:fillRect/>
          </a:stretch>
        </p:blipFill>
        <p:spPr>
          <a:xfrm>
            <a:off x="7086230" y="2243788"/>
            <a:ext cx="287333" cy="301395"/>
          </a:xfrm>
          <a:prstGeom prst="rect">
            <a:avLst/>
          </a:prstGeom>
          <a:noFill/>
          <a:ln>
            <a:noFill/>
          </a:ln>
        </p:spPr>
      </p:pic>
      <p:pic>
        <p:nvPicPr>
          <p:cNvPr id="46" name="Google Shape;46;p6"/>
          <p:cNvPicPr preferRelativeResize="0"/>
          <p:nvPr/>
        </p:nvPicPr>
        <p:blipFill>
          <a:blip r:embed="rId12">
            <a:alphaModFix/>
          </a:blip>
          <a:stretch>
            <a:fillRect/>
          </a:stretch>
        </p:blipFill>
        <p:spPr>
          <a:xfrm>
            <a:off x="5533866" y="1520245"/>
            <a:ext cx="307426" cy="301395"/>
          </a:xfrm>
          <a:prstGeom prst="rect">
            <a:avLst/>
          </a:prstGeom>
          <a:noFill/>
          <a:ln>
            <a:noFill/>
          </a:ln>
        </p:spPr>
      </p:pic>
      <p:pic>
        <p:nvPicPr>
          <p:cNvPr id="47" name="Google Shape;47;p6" title="Icon - Document Search.png"/>
          <p:cNvPicPr preferRelativeResize="0"/>
          <p:nvPr/>
        </p:nvPicPr>
        <p:blipFill rotWithShape="1">
          <a:blip r:embed="rId13">
            <a:alphaModFix/>
          </a:blip>
          <a:srcRect b="347" l="0" r="0" t="347"/>
          <a:stretch/>
        </p:blipFill>
        <p:spPr>
          <a:xfrm>
            <a:off x="1847354" y="2970851"/>
            <a:ext cx="235090" cy="301395"/>
          </a:xfrm>
          <a:prstGeom prst="rect">
            <a:avLst/>
          </a:prstGeom>
          <a:noFill/>
          <a:ln>
            <a:noFill/>
          </a:ln>
        </p:spPr>
      </p:pic>
      <p:pic>
        <p:nvPicPr>
          <p:cNvPr id="48" name="Google Shape;48;p6"/>
          <p:cNvPicPr preferRelativeResize="0"/>
          <p:nvPr/>
        </p:nvPicPr>
        <p:blipFill>
          <a:blip r:embed="rId14">
            <a:alphaModFix/>
          </a:blip>
          <a:stretch>
            <a:fillRect/>
          </a:stretch>
        </p:blipFill>
        <p:spPr>
          <a:xfrm>
            <a:off x="4024669" y="2217669"/>
            <a:ext cx="317473" cy="301395"/>
          </a:xfrm>
          <a:prstGeom prst="rect">
            <a:avLst/>
          </a:prstGeom>
          <a:noFill/>
          <a:ln>
            <a:noFill/>
          </a:ln>
        </p:spPr>
      </p:pic>
      <p:pic>
        <p:nvPicPr>
          <p:cNvPr id="49" name="Google Shape;49;p6"/>
          <p:cNvPicPr preferRelativeResize="0"/>
          <p:nvPr/>
        </p:nvPicPr>
        <p:blipFill>
          <a:blip r:embed="rId15">
            <a:alphaModFix/>
          </a:blip>
          <a:stretch>
            <a:fillRect/>
          </a:stretch>
        </p:blipFill>
        <p:spPr>
          <a:xfrm>
            <a:off x="2491453" y="2990423"/>
            <a:ext cx="491694" cy="262250"/>
          </a:xfrm>
          <a:prstGeom prst="rect">
            <a:avLst/>
          </a:prstGeom>
          <a:noFill/>
          <a:ln>
            <a:noFill/>
          </a:ln>
        </p:spPr>
      </p:pic>
      <p:pic>
        <p:nvPicPr>
          <p:cNvPr id="50" name="Google Shape;50;p6"/>
          <p:cNvPicPr preferRelativeResize="0"/>
          <p:nvPr/>
        </p:nvPicPr>
        <p:blipFill>
          <a:blip r:embed="rId16">
            <a:alphaModFix/>
          </a:blip>
          <a:stretch>
            <a:fillRect/>
          </a:stretch>
        </p:blipFill>
        <p:spPr>
          <a:xfrm>
            <a:off x="6291287" y="1555564"/>
            <a:ext cx="196913" cy="230755"/>
          </a:xfrm>
          <a:prstGeom prst="rect">
            <a:avLst/>
          </a:prstGeom>
          <a:noFill/>
          <a:ln>
            <a:noFill/>
          </a:ln>
        </p:spPr>
      </p:pic>
      <p:pic>
        <p:nvPicPr>
          <p:cNvPr id="51" name="Google Shape;51;p6"/>
          <p:cNvPicPr preferRelativeResize="0"/>
          <p:nvPr/>
        </p:nvPicPr>
        <p:blipFill>
          <a:blip r:embed="rId17">
            <a:alphaModFix/>
          </a:blip>
          <a:stretch>
            <a:fillRect/>
          </a:stretch>
        </p:blipFill>
        <p:spPr>
          <a:xfrm>
            <a:off x="7740888" y="1539833"/>
            <a:ext cx="309435" cy="262230"/>
          </a:xfrm>
          <a:prstGeom prst="rect">
            <a:avLst/>
          </a:prstGeom>
          <a:noFill/>
          <a:ln>
            <a:noFill/>
          </a:ln>
        </p:spPr>
      </p:pic>
      <p:pic>
        <p:nvPicPr>
          <p:cNvPr id="52" name="Google Shape;52;p6"/>
          <p:cNvPicPr preferRelativeResize="0"/>
          <p:nvPr/>
        </p:nvPicPr>
        <p:blipFill>
          <a:blip r:embed="rId18">
            <a:alphaModFix/>
          </a:blip>
          <a:stretch>
            <a:fillRect/>
          </a:stretch>
        </p:blipFill>
        <p:spPr>
          <a:xfrm>
            <a:off x="4786987" y="2217669"/>
            <a:ext cx="279295" cy="301395"/>
          </a:xfrm>
          <a:prstGeom prst="rect">
            <a:avLst/>
          </a:prstGeom>
          <a:noFill/>
          <a:ln>
            <a:noFill/>
          </a:ln>
        </p:spPr>
      </p:pic>
      <p:pic>
        <p:nvPicPr>
          <p:cNvPr id="53" name="Google Shape;53;p6"/>
          <p:cNvPicPr preferRelativeResize="0"/>
          <p:nvPr/>
        </p:nvPicPr>
        <p:blipFill>
          <a:blip r:embed="rId19">
            <a:alphaModFix/>
          </a:blip>
          <a:stretch>
            <a:fillRect/>
          </a:stretch>
        </p:blipFill>
        <p:spPr>
          <a:xfrm>
            <a:off x="7092268" y="2951288"/>
            <a:ext cx="275277" cy="301395"/>
          </a:xfrm>
          <a:prstGeom prst="rect">
            <a:avLst/>
          </a:prstGeom>
          <a:noFill/>
          <a:ln>
            <a:noFill/>
          </a:ln>
        </p:spPr>
      </p:pic>
      <p:pic>
        <p:nvPicPr>
          <p:cNvPr id="54" name="Google Shape;54;p6" title="Icon - Infinity.png"/>
          <p:cNvPicPr preferRelativeResize="0"/>
          <p:nvPr/>
        </p:nvPicPr>
        <p:blipFill rotWithShape="1">
          <a:blip r:embed="rId20">
            <a:alphaModFix/>
          </a:blip>
          <a:srcRect b="0" l="0" r="0" t="0"/>
          <a:stretch/>
        </p:blipFill>
        <p:spPr>
          <a:xfrm>
            <a:off x="7748376" y="2927063"/>
            <a:ext cx="301398" cy="301395"/>
          </a:xfrm>
          <a:prstGeom prst="rect">
            <a:avLst/>
          </a:prstGeom>
          <a:noFill/>
          <a:ln>
            <a:noFill/>
          </a:ln>
        </p:spPr>
      </p:pic>
      <p:pic>
        <p:nvPicPr>
          <p:cNvPr id="55" name="Google Shape;55;p6"/>
          <p:cNvPicPr preferRelativeResize="0"/>
          <p:nvPr/>
        </p:nvPicPr>
        <p:blipFill>
          <a:blip r:embed="rId21">
            <a:alphaModFix/>
          </a:blip>
          <a:stretch>
            <a:fillRect/>
          </a:stretch>
        </p:blipFill>
        <p:spPr>
          <a:xfrm>
            <a:off x="6277463" y="2970851"/>
            <a:ext cx="301398" cy="301395"/>
          </a:xfrm>
          <a:prstGeom prst="rect">
            <a:avLst/>
          </a:prstGeom>
          <a:noFill/>
          <a:ln>
            <a:noFill/>
          </a:ln>
        </p:spPr>
      </p:pic>
      <p:pic>
        <p:nvPicPr>
          <p:cNvPr id="56" name="Google Shape;56;p6" title="Icon - Money.png"/>
          <p:cNvPicPr preferRelativeResize="0"/>
          <p:nvPr/>
        </p:nvPicPr>
        <p:blipFill rotWithShape="1">
          <a:blip r:embed="rId22">
            <a:alphaModFix/>
          </a:blip>
          <a:srcRect b="219" l="0" r="0" t="219"/>
          <a:stretch/>
        </p:blipFill>
        <p:spPr>
          <a:xfrm>
            <a:off x="5526838" y="3014641"/>
            <a:ext cx="321500" cy="213814"/>
          </a:xfrm>
          <a:prstGeom prst="rect">
            <a:avLst/>
          </a:prstGeom>
          <a:noFill/>
          <a:ln>
            <a:noFill/>
          </a:ln>
        </p:spPr>
      </p:pic>
      <p:pic>
        <p:nvPicPr>
          <p:cNvPr id="57" name="Google Shape;57;p6"/>
          <p:cNvPicPr preferRelativeResize="0"/>
          <p:nvPr/>
        </p:nvPicPr>
        <p:blipFill>
          <a:blip r:embed="rId23">
            <a:alphaModFix/>
          </a:blip>
          <a:stretch>
            <a:fillRect/>
          </a:stretch>
        </p:blipFill>
        <p:spPr>
          <a:xfrm>
            <a:off x="4738243" y="2970851"/>
            <a:ext cx="369715" cy="301395"/>
          </a:xfrm>
          <a:prstGeom prst="rect">
            <a:avLst/>
          </a:prstGeom>
          <a:noFill/>
          <a:ln>
            <a:noFill/>
          </a:ln>
        </p:spPr>
      </p:pic>
      <p:pic>
        <p:nvPicPr>
          <p:cNvPr id="58" name="Google Shape;58;p6"/>
          <p:cNvPicPr preferRelativeResize="0"/>
          <p:nvPr/>
        </p:nvPicPr>
        <p:blipFill>
          <a:blip r:embed="rId24">
            <a:alphaModFix/>
          </a:blip>
          <a:stretch>
            <a:fillRect/>
          </a:stretch>
        </p:blipFill>
        <p:spPr>
          <a:xfrm>
            <a:off x="4036296" y="2970851"/>
            <a:ext cx="287333" cy="301395"/>
          </a:xfrm>
          <a:prstGeom prst="rect">
            <a:avLst/>
          </a:prstGeom>
          <a:noFill/>
          <a:ln>
            <a:noFill/>
          </a:ln>
        </p:spPr>
      </p:pic>
      <p:pic>
        <p:nvPicPr>
          <p:cNvPr id="59" name="Google Shape;59;p6" title="Icon - Phone.png"/>
          <p:cNvPicPr preferRelativeResize="0"/>
          <p:nvPr/>
        </p:nvPicPr>
        <p:blipFill rotWithShape="1">
          <a:blip r:embed="rId25">
            <a:alphaModFix/>
          </a:blip>
          <a:srcRect b="0" l="0" r="0" t="0"/>
          <a:stretch/>
        </p:blipFill>
        <p:spPr>
          <a:xfrm>
            <a:off x="3267326" y="2970851"/>
            <a:ext cx="301398" cy="301395"/>
          </a:xfrm>
          <a:prstGeom prst="rect">
            <a:avLst/>
          </a:prstGeom>
          <a:noFill/>
          <a:ln>
            <a:noFill/>
          </a:ln>
        </p:spPr>
      </p:pic>
      <p:pic>
        <p:nvPicPr>
          <p:cNvPr id="60" name="Google Shape;60;p6"/>
          <p:cNvPicPr preferRelativeResize="0"/>
          <p:nvPr/>
        </p:nvPicPr>
        <p:blipFill>
          <a:blip r:embed="rId26">
            <a:alphaModFix/>
          </a:blip>
          <a:stretch>
            <a:fillRect/>
          </a:stretch>
        </p:blipFill>
        <p:spPr>
          <a:xfrm>
            <a:off x="4040076" y="1520245"/>
            <a:ext cx="301398" cy="301395"/>
          </a:xfrm>
          <a:prstGeom prst="rect">
            <a:avLst/>
          </a:prstGeom>
          <a:noFill/>
          <a:ln>
            <a:noFill/>
          </a:ln>
        </p:spPr>
      </p:pic>
      <p:pic>
        <p:nvPicPr>
          <p:cNvPr id="61" name="Google Shape;61;p6"/>
          <p:cNvPicPr preferRelativeResize="0"/>
          <p:nvPr/>
        </p:nvPicPr>
        <p:blipFill>
          <a:blip r:embed="rId27">
            <a:alphaModFix/>
          </a:blip>
          <a:stretch>
            <a:fillRect/>
          </a:stretch>
        </p:blipFill>
        <p:spPr>
          <a:xfrm>
            <a:off x="1844213" y="1516225"/>
            <a:ext cx="309425" cy="309425"/>
          </a:xfrm>
          <a:prstGeom prst="rect">
            <a:avLst/>
          </a:prstGeom>
          <a:noFill/>
          <a:ln>
            <a:noFill/>
          </a:ln>
        </p:spPr>
      </p:pic>
      <p:pic>
        <p:nvPicPr>
          <p:cNvPr id="62" name="Google Shape;62;p6"/>
          <p:cNvPicPr preferRelativeResize="0"/>
          <p:nvPr/>
        </p:nvPicPr>
        <p:blipFill>
          <a:blip r:embed="rId28">
            <a:alphaModFix/>
          </a:blip>
          <a:stretch>
            <a:fillRect/>
          </a:stretch>
        </p:blipFill>
        <p:spPr>
          <a:xfrm>
            <a:off x="7742904" y="2243788"/>
            <a:ext cx="305417" cy="301395"/>
          </a:xfrm>
          <a:prstGeom prst="rect">
            <a:avLst/>
          </a:prstGeom>
          <a:noFill/>
          <a:ln>
            <a:noFill/>
          </a:ln>
        </p:spPr>
      </p:pic>
      <p:pic>
        <p:nvPicPr>
          <p:cNvPr id="63" name="Google Shape;63;p6" title="Frame.png"/>
          <p:cNvPicPr preferRelativeResize="0"/>
          <p:nvPr/>
        </p:nvPicPr>
        <p:blipFill rotWithShape="1">
          <a:blip r:embed="rId29">
            <a:alphaModFix/>
          </a:blip>
          <a:srcRect b="0" l="0" r="0" t="0"/>
          <a:stretch/>
        </p:blipFill>
        <p:spPr>
          <a:xfrm>
            <a:off x="3278426" y="2243790"/>
            <a:ext cx="301398" cy="301395"/>
          </a:xfrm>
          <a:prstGeom prst="rect">
            <a:avLst/>
          </a:prstGeom>
          <a:noFill/>
          <a:ln>
            <a:noFill/>
          </a:ln>
        </p:spPr>
      </p:pic>
      <p:pic>
        <p:nvPicPr>
          <p:cNvPr id="64" name="Google Shape;64;p6"/>
          <p:cNvPicPr preferRelativeResize="0"/>
          <p:nvPr/>
        </p:nvPicPr>
        <p:blipFill>
          <a:blip r:embed="rId30">
            <a:alphaModFix/>
          </a:blip>
          <a:stretch>
            <a:fillRect/>
          </a:stretch>
        </p:blipFill>
        <p:spPr>
          <a:xfrm>
            <a:off x="6277463" y="2243790"/>
            <a:ext cx="301398" cy="301395"/>
          </a:xfrm>
          <a:prstGeom prst="rect">
            <a:avLst/>
          </a:prstGeom>
          <a:noFill/>
          <a:ln>
            <a:noFill/>
          </a:ln>
        </p:spPr>
      </p:pic>
      <p:pic>
        <p:nvPicPr>
          <p:cNvPr id="65" name="Google Shape;65;p6" title="Icon - Trefoil.png"/>
          <p:cNvPicPr preferRelativeResize="0"/>
          <p:nvPr/>
        </p:nvPicPr>
        <p:blipFill rotWithShape="1">
          <a:blip r:embed="rId31">
            <a:alphaModFix/>
          </a:blip>
          <a:srcRect b="109" l="0" r="0" t="99"/>
          <a:stretch/>
        </p:blipFill>
        <p:spPr>
          <a:xfrm>
            <a:off x="5511127" y="2243790"/>
            <a:ext cx="321491" cy="301395"/>
          </a:xfrm>
          <a:prstGeom prst="rect">
            <a:avLst/>
          </a:prstGeom>
          <a:noFill/>
          <a:ln>
            <a:noFill/>
          </a:ln>
        </p:spPr>
      </p:pic>
      <p:pic>
        <p:nvPicPr>
          <p:cNvPr id="66" name="Google Shape;66;p6" title="Icon - Ambition Shapes Reality.png"/>
          <p:cNvPicPr preferRelativeResize="0"/>
          <p:nvPr/>
        </p:nvPicPr>
        <p:blipFill rotWithShape="1">
          <a:blip r:embed="rId32">
            <a:alphaModFix/>
          </a:blip>
          <a:srcRect b="49" l="0" r="0" t="49"/>
          <a:stretch/>
        </p:blipFill>
        <p:spPr>
          <a:xfrm>
            <a:off x="1163337" y="3724025"/>
            <a:ext cx="209117" cy="246032"/>
          </a:xfrm>
          <a:prstGeom prst="rect">
            <a:avLst/>
          </a:prstGeom>
          <a:noFill/>
          <a:ln>
            <a:noFill/>
          </a:ln>
        </p:spPr>
      </p:pic>
      <p:pic>
        <p:nvPicPr>
          <p:cNvPr id="67" name="Google Shape;67;p6" title="Icon - Be the Change.png"/>
          <p:cNvPicPr preferRelativeResize="0"/>
          <p:nvPr/>
        </p:nvPicPr>
        <p:blipFill rotWithShape="1">
          <a:blip r:embed="rId33">
            <a:alphaModFix/>
          </a:blip>
          <a:srcRect b="10" l="0" r="0" t="0"/>
          <a:stretch/>
        </p:blipFill>
        <p:spPr>
          <a:xfrm>
            <a:off x="7079208" y="3724025"/>
            <a:ext cx="301375" cy="246032"/>
          </a:xfrm>
          <a:prstGeom prst="rect">
            <a:avLst/>
          </a:prstGeom>
          <a:noFill/>
          <a:ln>
            <a:noFill/>
          </a:ln>
        </p:spPr>
      </p:pic>
      <p:pic>
        <p:nvPicPr>
          <p:cNvPr id="68" name="Google Shape;68;p6"/>
          <p:cNvPicPr preferRelativeResize="0"/>
          <p:nvPr/>
        </p:nvPicPr>
        <p:blipFill>
          <a:blip r:embed="rId34">
            <a:alphaModFix/>
          </a:blip>
          <a:stretch>
            <a:fillRect/>
          </a:stretch>
        </p:blipFill>
        <p:spPr>
          <a:xfrm>
            <a:off x="6305148" y="3724025"/>
            <a:ext cx="246021" cy="246032"/>
          </a:xfrm>
          <a:prstGeom prst="rect">
            <a:avLst/>
          </a:prstGeom>
          <a:noFill/>
          <a:ln>
            <a:noFill/>
          </a:ln>
        </p:spPr>
      </p:pic>
      <p:pic>
        <p:nvPicPr>
          <p:cNvPr id="69" name="Google Shape;69;p6" title="Icon - Meet Our Team.png"/>
          <p:cNvPicPr preferRelativeResize="0"/>
          <p:nvPr/>
        </p:nvPicPr>
        <p:blipFill rotWithShape="1">
          <a:blip r:embed="rId35">
            <a:alphaModFix/>
          </a:blip>
          <a:srcRect b="139" l="0" r="0" t="149"/>
          <a:stretch/>
        </p:blipFill>
        <p:spPr>
          <a:xfrm>
            <a:off x="5545785" y="3724025"/>
            <a:ext cx="252172" cy="246032"/>
          </a:xfrm>
          <a:prstGeom prst="rect">
            <a:avLst/>
          </a:prstGeom>
          <a:noFill/>
          <a:ln>
            <a:noFill/>
          </a:ln>
        </p:spPr>
      </p:pic>
      <p:pic>
        <p:nvPicPr>
          <p:cNvPr id="70" name="Google Shape;70;p6" title="Icon - Open Positions.png"/>
          <p:cNvPicPr preferRelativeResize="0"/>
          <p:nvPr/>
        </p:nvPicPr>
        <p:blipFill rotWithShape="1">
          <a:blip r:embed="rId36">
            <a:alphaModFix/>
          </a:blip>
          <a:srcRect b="0" l="0" r="0" t="0"/>
          <a:stretch/>
        </p:blipFill>
        <p:spPr>
          <a:xfrm>
            <a:off x="4761148" y="3724025"/>
            <a:ext cx="246021" cy="246033"/>
          </a:xfrm>
          <a:prstGeom prst="rect">
            <a:avLst/>
          </a:prstGeom>
          <a:noFill/>
          <a:ln>
            <a:noFill/>
          </a:ln>
        </p:spPr>
      </p:pic>
      <p:pic>
        <p:nvPicPr>
          <p:cNvPr id="71" name="Google Shape;71;p6" title="Icon - Our Benefits.png"/>
          <p:cNvPicPr preferRelativeResize="0"/>
          <p:nvPr/>
        </p:nvPicPr>
        <p:blipFill rotWithShape="1">
          <a:blip r:embed="rId37">
            <a:alphaModFix/>
          </a:blip>
          <a:srcRect b="0" l="0" r="0" t="0"/>
          <a:stretch/>
        </p:blipFill>
        <p:spPr>
          <a:xfrm>
            <a:off x="4059811" y="3724025"/>
            <a:ext cx="246021" cy="246033"/>
          </a:xfrm>
          <a:prstGeom prst="rect">
            <a:avLst/>
          </a:prstGeom>
          <a:noFill/>
          <a:ln>
            <a:noFill/>
          </a:ln>
        </p:spPr>
      </p:pic>
      <p:pic>
        <p:nvPicPr>
          <p:cNvPr id="72" name="Google Shape;72;p6" title="Icon - Our Core Values.png"/>
          <p:cNvPicPr preferRelativeResize="0"/>
          <p:nvPr/>
        </p:nvPicPr>
        <p:blipFill rotWithShape="1">
          <a:blip r:embed="rId38">
            <a:alphaModFix/>
          </a:blip>
          <a:srcRect b="0" l="0" r="0" t="0"/>
          <a:stretch/>
        </p:blipFill>
        <p:spPr>
          <a:xfrm>
            <a:off x="3295011" y="3724025"/>
            <a:ext cx="246021" cy="246033"/>
          </a:xfrm>
          <a:prstGeom prst="rect">
            <a:avLst/>
          </a:prstGeom>
          <a:noFill/>
          <a:ln>
            <a:noFill/>
          </a:ln>
        </p:spPr>
      </p:pic>
      <p:pic>
        <p:nvPicPr>
          <p:cNvPr id="73" name="Google Shape;73;p6"/>
          <p:cNvPicPr preferRelativeResize="0"/>
          <p:nvPr/>
        </p:nvPicPr>
        <p:blipFill>
          <a:blip r:embed="rId39">
            <a:alphaModFix/>
          </a:blip>
          <a:stretch>
            <a:fillRect/>
          </a:stretch>
        </p:blipFill>
        <p:spPr>
          <a:xfrm>
            <a:off x="2603886" y="3724025"/>
            <a:ext cx="246020" cy="246032"/>
          </a:xfrm>
          <a:prstGeom prst="rect">
            <a:avLst/>
          </a:prstGeom>
          <a:noFill/>
          <a:ln>
            <a:noFill/>
          </a:ln>
        </p:spPr>
      </p:pic>
      <p:pic>
        <p:nvPicPr>
          <p:cNvPr id="74" name="Google Shape;74;p6" title="Group 670.png"/>
          <p:cNvPicPr preferRelativeResize="0"/>
          <p:nvPr/>
        </p:nvPicPr>
        <p:blipFill rotWithShape="1">
          <a:blip r:embed="rId40">
            <a:alphaModFix/>
          </a:blip>
          <a:srcRect b="238" l="0" r="0" t="238"/>
          <a:stretch/>
        </p:blipFill>
        <p:spPr>
          <a:xfrm>
            <a:off x="1878383" y="3724025"/>
            <a:ext cx="241100" cy="246032"/>
          </a:xfrm>
          <a:prstGeom prst="rect">
            <a:avLst/>
          </a:prstGeom>
          <a:noFill/>
          <a:ln>
            <a:noFill/>
          </a:ln>
        </p:spPr>
      </p:pic>
      <p:sp>
        <p:nvSpPr>
          <p:cNvPr id="75" name="Google Shape;75;p6"/>
          <p:cNvSpPr txBox="1"/>
          <p:nvPr>
            <p:ph type="title"/>
          </p:nvPr>
        </p:nvSpPr>
        <p:spPr>
          <a:xfrm>
            <a:off x="747000" y="257600"/>
            <a:ext cx="7421400" cy="3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400">
                <a:latin typeface="Host Grotesk"/>
                <a:ea typeface="Host Grotesk"/>
                <a:cs typeface="Host Grotesk"/>
                <a:sym typeface="Host Grotesk"/>
              </a:rPr>
              <a:t>Brand icons </a:t>
            </a:r>
            <a:endParaRPr sz="1400">
              <a:latin typeface="Host Grotesk"/>
              <a:ea typeface="Host Grotesk"/>
              <a:cs typeface="Host Grotesk"/>
              <a:sym typeface="Host Grotesk"/>
            </a:endParaRPr>
          </a:p>
        </p:txBody>
      </p:sp>
      <p:pic>
        <p:nvPicPr>
          <p:cNvPr id="76" name="Google Shape;76;p6" title="clipboard.png"/>
          <p:cNvPicPr preferRelativeResize="0"/>
          <p:nvPr/>
        </p:nvPicPr>
        <p:blipFill>
          <a:blip r:embed="rId41">
            <a:alphaModFix/>
          </a:blip>
          <a:stretch>
            <a:fillRect/>
          </a:stretch>
        </p:blipFill>
        <p:spPr>
          <a:xfrm>
            <a:off x="2596475" y="2217598"/>
            <a:ext cx="235100" cy="29760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7"/>
          <p:cNvSpPr txBox="1"/>
          <p:nvPr/>
        </p:nvSpPr>
        <p:spPr>
          <a:xfrm>
            <a:off x="7331450" y="4924149"/>
            <a:ext cx="1575900" cy="97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lt1"/>
              </a:buClr>
              <a:buSzPts val="1100"/>
              <a:buFont typeface="Arial"/>
              <a:buNone/>
            </a:pPr>
            <a:r>
              <a:rPr lang="en" sz="600">
                <a:solidFill>
                  <a:schemeClr val="lt2"/>
                </a:solidFill>
                <a:latin typeface="Manrope"/>
                <a:ea typeface="Manrope"/>
                <a:cs typeface="Manrope"/>
                <a:sym typeface="Manrope"/>
              </a:rPr>
              <a:t>Confidential  |  ©2025 Scale Inc.</a:t>
            </a:r>
            <a:endParaRPr sz="600">
              <a:solidFill>
                <a:schemeClr val="lt2"/>
              </a:solidFill>
              <a:latin typeface="Manrope"/>
              <a:ea typeface="Manrope"/>
              <a:cs typeface="Manrope"/>
              <a:sym typeface="Manrope"/>
            </a:endParaRPr>
          </a:p>
        </p:txBody>
      </p:sp>
      <p:sp>
        <p:nvSpPr>
          <p:cNvPr id="82" name="Google Shape;82;p7"/>
          <p:cNvSpPr txBox="1"/>
          <p:nvPr/>
        </p:nvSpPr>
        <p:spPr>
          <a:xfrm>
            <a:off x="236575" y="2359002"/>
            <a:ext cx="1994400" cy="243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100">
                <a:solidFill>
                  <a:schemeClr val="dk1"/>
                </a:solidFill>
                <a:latin typeface="Host Grotesk Light"/>
                <a:ea typeface="Host Grotesk Light"/>
                <a:cs typeface="Host Grotesk Light"/>
                <a:sym typeface="Host Grotesk Light"/>
              </a:rPr>
              <a:t>Contract analysis solution </a:t>
            </a:r>
            <a:br>
              <a:rPr lang="en" sz="1100">
                <a:solidFill>
                  <a:schemeClr val="dk1"/>
                </a:solidFill>
                <a:latin typeface="Host Grotesk Light"/>
                <a:ea typeface="Host Grotesk Light"/>
                <a:cs typeface="Host Grotesk Light"/>
                <a:sym typeface="Host Grotesk Light"/>
              </a:rPr>
            </a:br>
            <a:r>
              <a:rPr lang="en" sz="1100">
                <a:solidFill>
                  <a:schemeClr val="dk1"/>
                </a:solidFill>
                <a:latin typeface="Host Grotesk Light"/>
                <a:ea typeface="Host Grotesk Light"/>
                <a:cs typeface="Host Grotesk Light"/>
                <a:sym typeface="Host Grotesk Light"/>
              </a:rPr>
              <a:t>that extracts key entities </a:t>
            </a:r>
            <a:br>
              <a:rPr lang="en" sz="1100">
                <a:solidFill>
                  <a:schemeClr val="dk1"/>
                </a:solidFill>
                <a:latin typeface="Host Grotesk Light"/>
                <a:ea typeface="Host Grotesk Light"/>
                <a:cs typeface="Host Grotesk Light"/>
                <a:sym typeface="Host Grotesk Light"/>
              </a:rPr>
            </a:br>
            <a:r>
              <a:rPr lang="en" sz="1100">
                <a:solidFill>
                  <a:schemeClr val="dk1"/>
                </a:solidFill>
                <a:latin typeface="Host Grotesk Light"/>
                <a:ea typeface="Host Grotesk Light"/>
                <a:cs typeface="Host Grotesk Light"/>
                <a:sym typeface="Host Grotesk Light"/>
              </a:rPr>
              <a:t>and generates checklists for attorney review.</a:t>
            </a:r>
            <a:br>
              <a:rPr lang="en" sz="1100">
                <a:solidFill>
                  <a:srgbClr val="D9D9D9"/>
                </a:solidFill>
                <a:latin typeface="Host Grotesk Light"/>
                <a:ea typeface="Host Grotesk Light"/>
                <a:cs typeface="Host Grotesk Light"/>
                <a:sym typeface="Host Grotesk Light"/>
              </a:rPr>
            </a:br>
            <a:endParaRPr sz="1100">
              <a:solidFill>
                <a:srgbClr val="D9D9D9"/>
              </a:solidFill>
              <a:latin typeface="Host Grotesk Light"/>
              <a:ea typeface="Host Grotesk Light"/>
              <a:cs typeface="Host Grotesk Light"/>
              <a:sym typeface="Host Grotesk Light"/>
            </a:endParaRPr>
          </a:p>
          <a:p>
            <a:pPr indent="-102870" lvl="0" marL="91440" rtl="0" algn="l">
              <a:lnSpc>
                <a:spcPct val="115000"/>
              </a:lnSpc>
              <a:spcBef>
                <a:spcPts val="5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93% Reduction in Time per task, 15 Hour Manual Process down to </a:t>
            </a:r>
            <a:br>
              <a:rPr lang="en" sz="900">
                <a:solidFill>
                  <a:schemeClr val="lt2"/>
                </a:solidFill>
                <a:latin typeface="Host Grotesk Light"/>
                <a:ea typeface="Host Grotesk Light"/>
                <a:cs typeface="Host Grotesk Light"/>
                <a:sym typeface="Host Grotesk Light"/>
              </a:rPr>
            </a:br>
            <a:r>
              <a:rPr lang="en" sz="900">
                <a:solidFill>
                  <a:schemeClr val="lt2"/>
                </a:solidFill>
                <a:latin typeface="Host Grotesk Light"/>
                <a:ea typeface="Host Grotesk Light"/>
                <a:cs typeface="Host Grotesk Light"/>
                <a:sym typeface="Host Grotesk Light"/>
              </a:rPr>
              <a:t>1 hour</a:t>
            </a:r>
            <a:endParaRPr sz="900">
              <a:solidFill>
                <a:schemeClr val="lt2"/>
              </a:solidFill>
              <a:latin typeface="Host Grotesk Light"/>
              <a:ea typeface="Host Grotesk Light"/>
              <a:cs typeface="Host Grotesk Light"/>
              <a:sym typeface="Host Grotesk Light"/>
            </a:endParaRPr>
          </a:p>
          <a:p>
            <a:pPr indent="0" lvl="0" marL="457200" rtl="0" algn="l">
              <a:lnSpc>
                <a:spcPct val="115000"/>
              </a:lnSpc>
              <a:spcBef>
                <a:spcPts val="0"/>
              </a:spcBef>
              <a:spcAft>
                <a:spcPts val="0"/>
              </a:spcAft>
              <a:buNone/>
            </a:pPr>
            <a:r>
              <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Across thousands of LPA reviews annually, resulting in millions of dollars in annual savings</a:t>
            </a:r>
            <a:endParaRPr sz="900">
              <a:solidFill>
                <a:schemeClr val="lt2"/>
              </a:solidFill>
              <a:latin typeface="Host Grotesk Light"/>
              <a:ea typeface="Host Grotesk Light"/>
              <a:cs typeface="Host Grotesk Light"/>
              <a:sym typeface="Host Grotesk Light"/>
            </a:endParaRPr>
          </a:p>
        </p:txBody>
      </p:sp>
      <p:sp>
        <p:nvSpPr>
          <p:cNvPr id="83" name="Google Shape;83;p7"/>
          <p:cNvSpPr txBox="1"/>
          <p:nvPr/>
        </p:nvSpPr>
        <p:spPr>
          <a:xfrm>
            <a:off x="2462450" y="2359002"/>
            <a:ext cx="1994400" cy="243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100">
                <a:solidFill>
                  <a:schemeClr val="dk1"/>
                </a:solidFill>
                <a:latin typeface="Host Grotesk Light"/>
                <a:ea typeface="Host Grotesk Light"/>
                <a:cs typeface="Host Grotesk Light"/>
                <a:sym typeface="Host Grotesk Light"/>
              </a:rPr>
              <a:t>Personalized and interactive GenAI experience</a:t>
            </a:r>
            <a:br>
              <a:rPr lang="en" sz="1100">
                <a:solidFill>
                  <a:srgbClr val="D9D9D9"/>
                </a:solidFill>
                <a:latin typeface="Host Grotesk Light"/>
                <a:ea typeface="Host Grotesk Light"/>
                <a:cs typeface="Host Grotesk Light"/>
                <a:sym typeface="Host Grotesk Light"/>
              </a:rPr>
            </a:br>
            <a:endParaRPr sz="1100">
              <a:solidFill>
                <a:srgbClr val="D9D9D9"/>
              </a:solidFill>
              <a:latin typeface="Host Grotesk Light"/>
              <a:ea typeface="Host Grotesk Light"/>
              <a:cs typeface="Host Grotesk Light"/>
              <a:sym typeface="Host Grotesk Light"/>
            </a:endParaRPr>
          </a:p>
          <a:p>
            <a:pPr indent="-102870" lvl="0" marL="91440" rtl="0" algn="l">
              <a:lnSpc>
                <a:spcPct val="115000"/>
              </a:lnSpc>
              <a:spcBef>
                <a:spcPts val="5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Two months to complete project for biggest editorial moment of the year</a:t>
            </a:r>
            <a:br>
              <a:rPr lang="en" sz="900">
                <a:solidFill>
                  <a:schemeClr val="lt2"/>
                </a:solidFill>
                <a:latin typeface="Host Grotesk Light"/>
                <a:ea typeface="Host Grotesk Light"/>
                <a:cs typeface="Host Grotesk Light"/>
                <a:sym typeface="Host Grotesk Light"/>
              </a:rPr>
            </a:b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Transformed the industry, </a:t>
            </a:r>
            <a:br>
              <a:rPr lang="en" sz="900">
                <a:solidFill>
                  <a:schemeClr val="lt2"/>
                </a:solidFill>
                <a:latin typeface="Host Grotesk Light"/>
                <a:ea typeface="Host Grotesk Light"/>
                <a:cs typeface="Host Grotesk Light"/>
                <a:sym typeface="Host Grotesk Light"/>
              </a:rPr>
            </a:br>
            <a:r>
              <a:rPr lang="en" sz="900">
                <a:solidFill>
                  <a:schemeClr val="lt2"/>
                </a:solidFill>
                <a:latin typeface="Host Grotesk Light"/>
                <a:ea typeface="Host Grotesk Light"/>
                <a:cs typeface="Host Grotesk Light"/>
                <a:sym typeface="Host Grotesk Light"/>
              </a:rPr>
              <a:t>Peer recognition</a:t>
            </a:r>
            <a:endParaRPr sz="900">
              <a:solidFill>
                <a:schemeClr val="lt2"/>
              </a:solidFill>
              <a:latin typeface="Host Grotesk Light"/>
              <a:ea typeface="Host Grotesk Light"/>
              <a:cs typeface="Host Grotesk Light"/>
              <a:sym typeface="Host Grotesk Light"/>
            </a:endParaRPr>
          </a:p>
        </p:txBody>
      </p:sp>
      <p:sp>
        <p:nvSpPr>
          <p:cNvPr id="84" name="Google Shape;84;p7"/>
          <p:cNvSpPr txBox="1"/>
          <p:nvPr/>
        </p:nvSpPr>
        <p:spPr>
          <a:xfrm>
            <a:off x="4688325" y="2359002"/>
            <a:ext cx="1994400" cy="243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100">
                <a:solidFill>
                  <a:schemeClr val="dk1"/>
                </a:solidFill>
                <a:latin typeface="Host Grotesk Light"/>
                <a:ea typeface="Host Grotesk Light"/>
                <a:cs typeface="Host Grotesk Light"/>
                <a:sym typeface="Host Grotesk Light"/>
              </a:rPr>
              <a:t>XXXX company </a:t>
            </a:r>
            <a:r>
              <a:rPr lang="en" sz="1100">
                <a:solidFill>
                  <a:schemeClr val="dk1"/>
                </a:solidFill>
                <a:latin typeface="Host Grotesk Light"/>
                <a:ea typeface="Host Grotesk Light"/>
                <a:cs typeface="Host Grotesk Light"/>
                <a:sym typeface="Host Grotesk Light"/>
              </a:rPr>
              <a:t>partnered with Scale to build state-of-the-art guardrail models powering growth.</a:t>
            </a:r>
            <a:br>
              <a:rPr lang="en" sz="1100">
                <a:solidFill>
                  <a:srgbClr val="D9D9D9"/>
                </a:solidFill>
                <a:latin typeface="Host Grotesk Light"/>
                <a:ea typeface="Host Grotesk Light"/>
                <a:cs typeface="Host Grotesk Light"/>
                <a:sym typeface="Host Grotesk Light"/>
              </a:rPr>
            </a:br>
            <a:endParaRPr sz="1100">
              <a:solidFill>
                <a:srgbClr val="D9D9D9"/>
              </a:solidFill>
              <a:latin typeface="Host Grotesk Light"/>
              <a:ea typeface="Host Grotesk Light"/>
              <a:cs typeface="Host Grotesk Light"/>
              <a:sym typeface="Host Grotesk Light"/>
            </a:endParaRPr>
          </a:p>
          <a:p>
            <a:pPr indent="-102870" lvl="0" marL="91440" rtl="0" algn="l">
              <a:lnSpc>
                <a:spcPct val="115000"/>
              </a:lnSpc>
              <a:spcBef>
                <a:spcPts val="5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Scale tooka data-first approach to building Guardrail models</a:t>
            </a:r>
            <a:br>
              <a:rPr lang="en" sz="900">
                <a:solidFill>
                  <a:schemeClr val="lt2"/>
                </a:solidFill>
                <a:latin typeface="Host Grotesk Light"/>
                <a:ea typeface="Host Grotesk Light"/>
                <a:cs typeface="Host Grotesk Light"/>
                <a:sym typeface="Host Grotesk Light"/>
              </a:rPr>
            </a:b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40,000 examples across eight protection categories and five distinct attack techniques</a:t>
            </a:r>
            <a:endParaRPr sz="900">
              <a:solidFill>
                <a:schemeClr val="lt2"/>
              </a:solidFill>
              <a:latin typeface="Host Grotesk Light"/>
              <a:ea typeface="Host Grotesk Light"/>
              <a:cs typeface="Host Grotesk Light"/>
              <a:sym typeface="Host Grotesk Light"/>
            </a:endParaRPr>
          </a:p>
          <a:p>
            <a:pPr indent="0" lvl="0" marL="0" rtl="0" algn="l">
              <a:lnSpc>
                <a:spcPct val="115000"/>
              </a:lnSpc>
              <a:spcBef>
                <a:spcPts val="0"/>
              </a:spcBef>
              <a:spcAft>
                <a:spcPts val="0"/>
              </a:spcAft>
              <a:buNone/>
            </a:pPr>
            <a:r>
              <a:t/>
            </a:r>
            <a:endParaRPr sz="900">
              <a:solidFill>
                <a:srgbClr val="D9D9D9"/>
              </a:solidFill>
              <a:latin typeface="Host Grotesk"/>
              <a:ea typeface="Host Grotesk"/>
              <a:cs typeface="Host Grotesk"/>
              <a:sym typeface="Host Grotesk"/>
            </a:endParaRPr>
          </a:p>
          <a:p>
            <a:pPr indent="0" lvl="0" marL="0" rtl="0" algn="l">
              <a:lnSpc>
                <a:spcPct val="100000"/>
              </a:lnSpc>
              <a:spcBef>
                <a:spcPts val="0"/>
              </a:spcBef>
              <a:spcAft>
                <a:spcPts val="0"/>
              </a:spcAft>
              <a:buNone/>
            </a:pPr>
            <a:r>
              <a:t/>
            </a:r>
            <a:endParaRPr sz="900">
              <a:solidFill>
                <a:srgbClr val="D9D9D9"/>
              </a:solidFill>
              <a:latin typeface="Host Grotesk"/>
              <a:ea typeface="Host Grotesk"/>
              <a:cs typeface="Host Grotesk"/>
              <a:sym typeface="Host Grotesk"/>
            </a:endParaRPr>
          </a:p>
        </p:txBody>
      </p:sp>
      <p:sp>
        <p:nvSpPr>
          <p:cNvPr id="85" name="Google Shape;85;p7"/>
          <p:cNvSpPr txBox="1"/>
          <p:nvPr/>
        </p:nvSpPr>
        <p:spPr>
          <a:xfrm>
            <a:off x="6922758" y="2359002"/>
            <a:ext cx="1994400" cy="243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100">
                <a:solidFill>
                  <a:schemeClr val="dk1"/>
                </a:solidFill>
                <a:latin typeface="Host Grotesk Light"/>
                <a:ea typeface="Host Grotesk Light"/>
                <a:cs typeface="Host Grotesk Light"/>
                <a:sym typeface="Host Grotesk Light"/>
              </a:rPr>
              <a:t>Enterprise Data Assistant powered by Scale’s advanced Text2SQL technology.</a:t>
            </a:r>
            <a:br>
              <a:rPr lang="en" sz="1100">
                <a:solidFill>
                  <a:srgbClr val="D9D9D9"/>
                </a:solidFill>
                <a:latin typeface="Host Grotesk Light"/>
                <a:ea typeface="Host Grotesk Light"/>
                <a:cs typeface="Host Grotesk Light"/>
                <a:sym typeface="Host Grotesk Light"/>
              </a:rPr>
            </a:br>
            <a:endParaRPr sz="1100">
              <a:solidFill>
                <a:srgbClr val="D9D9D9"/>
              </a:solidFill>
              <a:latin typeface="Host Grotesk Light"/>
              <a:ea typeface="Host Grotesk Light"/>
              <a:cs typeface="Host Grotesk Light"/>
              <a:sym typeface="Host Grotesk Light"/>
            </a:endParaRPr>
          </a:p>
          <a:p>
            <a:pPr indent="-102870" lvl="0" marL="91440" rtl="0" algn="l">
              <a:lnSpc>
                <a:spcPct val="115000"/>
              </a:lnSpc>
              <a:spcBef>
                <a:spcPts val="5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Scale improved model accuracy by 60%</a:t>
            </a:r>
            <a:br>
              <a:rPr lang="en" sz="900">
                <a:solidFill>
                  <a:schemeClr val="lt2"/>
                </a:solidFill>
                <a:latin typeface="Host Grotesk Light"/>
                <a:ea typeface="Host Grotesk Light"/>
                <a:cs typeface="Host Grotesk Light"/>
                <a:sym typeface="Host Grotesk Light"/>
              </a:rPr>
            </a:b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85% time savings for data requests</a:t>
            </a:r>
            <a:endParaRPr sz="900">
              <a:solidFill>
                <a:schemeClr val="lt2"/>
              </a:solidFill>
              <a:latin typeface="Host Grotesk Light"/>
              <a:ea typeface="Host Grotesk Light"/>
              <a:cs typeface="Host Grotesk Light"/>
              <a:sym typeface="Host Grotesk Light"/>
            </a:endParaRPr>
          </a:p>
          <a:p>
            <a:pPr indent="0" lvl="0" marL="0" rtl="0" algn="l">
              <a:lnSpc>
                <a:spcPct val="115000"/>
              </a:lnSpc>
              <a:spcBef>
                <a:spcPts val="0"/>
              </a:spcBef>
              <a:spcAft>
                <a:spcPts val="0"/>
              </a:spcAft>
              <a:buNone/>
            </a:pPr>
            <a:r>
              <a:t/>
            </a:r>
            <a:endParaRPr sz="900">
              <a:solidFill>
                <a:srgbClr val="D9D9D9"/>
              </a:solidFill>
              <a:latin typeface="Host Grotesk Light"/>
              <a:ea typeface="Host Grotesk Light"/>
              <a:cs typeface="Host Grotesk Light"/>
              <a:sym typeface="Host Grotesk Light"/>
            </a:endParaRPr>
          </a:p>
          <a:p>
            <a:pPr indent="0" lvl="0" marL="0" rtl="0" algn="l">
              <a:lnSpc>
                <a:spcPct val="115000"/>
              </a:lnSpc>
              <a:spcBef>
                <a:spcPts val="0"/>
              </a:spcBef>
              <a:spcAft>
                <a:spcPts val="0"/>
              </a:spcAft>
              <a:buNone/>
            </a:pPr>
            <a:r>
              <a:t/>
            </a:r>
            <a:endParaRPr sz="900">
              <a:solidFill>
                <a:srgbClr val="D9D9D9"/>
              </a:solidFill>
              <a:latin typeface="Host Grotesk"/>
              <a:ea typeface="Host Grotesk"/>
              <a:cs typeface="Host Grotesk"/>
              <a:sym typeface="Host Grotesk"/>
            </a:endParaRPr>
          </a:p>
          <a:p>
            <a:pPr indent="0" lvl="0" marL="0" rtl="0" algn="l">
              <a:lnSpc>
                <a:spcPct val="100000"/>
              </a:lnSpc>
              <a:spcBef>
                <a:spcPts val="0"/>
              </a:spcBef>
              <a:spcAft>
                <a:spcPts val="0"/>
              </a:spcAft>
              <a:buNone/>
            </a:pPr>
            <a:r>
              <a:t/>
            </a:r>
            <a:endParaRPr sz="900">
              <a:solidFill>
                <a:srgbClr val="D9D9D9"/>
              </a:solidFill>
              <a:latin typeface="Host Grotesk"/>
              <a:ea typeface="Host Grotesk"/>
              <a:cs typeface="Host Grotesk"/>
              <a:sym typeface="Host Grotesk"/>
            </a:endParaRPr>
          </a:p>
        </p:txBody>
      </p:sp>
      <p:cxnSp>
        <p:nvCxnSpPr>
          <p:cNvPr id="86" name="Google Shape;86;p7"/>
          <p:cNvCxnSpPr/>
          <p:nvPr/>
        </p:nvCxnSpPr>
        <p:spPr>
          <a:xfrm>
            <a:off x="250025" y="2199250"/>
            <a:ext cx="1980000" cy="0"/>
          </a:xfrm>
          <a:prstGeom prst="straightConnector1">
            <a:avLst/>
          </a:prstGeom>
          <a:noFill/>
          <a:ln cap="flat" cmpd="sng" w="9525">
            <a:solidFill>
              <a:schemeClr val="dk2"/>
            </a:solidFill>
            <a:prstDash val="solid"/>
            <a:round/>
            <a:headEnd len="med" w="med" type="none"/>
            <a:tailEnd len="med" w="med" type="none"/>
          </a:ln>
        </p:spPr>
      </p:cxnSp>
      <p:cxnSp>
        <p:nvCxnSpPr>
          <p:cNvPr id="87" name="Google Shape;87;p7"/>
          <p:cNvCxnSpPr/>
          <p:nvPr/>
        </p:nvCxnSpPr>
        <p:spPr>
          <a:xfrm>
            <a:off x="2462450" y="2199250"/>
            <a:ext cx="1997400" cy="0"/>
          </a:xfrm>
          <a:prstGeom prst="straightConnector1">
            <a:avLst/>
          </a:prstGeom>
          <a:noFill/>
          <a:ln cap="flat" cmpd="sng" w="9525">
            <a:solidFill>
              <a:schemeClr val="dk2"/>
            </a:solidFill>
            <a:prstDash val="solid"/>
            <a:round/>
            <a:headEnd len="med" w="med" type="none"/>
            <a:tailEnd len="med" w="med" type="none"/>
          </a:ln>
        </p:spPr>
      </p:cxnSp>
      <p:cxnSp>
        <p:nvCxnSpPr>
          <p:cNvPr id="88" name="Google Shape;88;p7"/>
          <p:cNvCxnSpPr/>
          <p:nvPr/>
        </p:nvCxnSpPr>
        <p:spPr>
          <a:xfrm>
            <a:off x="4692275" y="2199250"/>
            <a:ext cx="1997400" cy="0"/>
          </a:xfrm>
          <a:prstGeom prst="straightConnector1">
            <a:avLst/>
          </a:prstGeom>
          <a:noFill/>
          <a:ln cap="flat" cmpd="sng" w="9525">
            <a:solidFill>
              <a:schemeClr val="dk2"/>
            </a:solidFill>
            <a:prstDash val="solid"/>
            <a:round/>
            <a:headEnd len="med" w="med" type="none"/>
            <a:tailEnd len="med" w="med" type="none"/>
          </a:ln>
        </p:spPr>
      </p:cxnSp>
      <p:cxnSp>
        <p:nvCxnSpPr>
          <p:cNvPr id="89" name="Google Shape;89;p7"/>
          <p:cNvCxnSpPr/>
          <p:nvPr/>
        </p:nvCxnSpPr>
        <p:spPr>
          <a:xfrm>
            <a:off x="6914200" y="2199250"/>
            <a:ext cx="1997400" cy="0"/>
          </a:xfrm>
          <a:prstGeom prst="straightConnector1">
            <a:avLst/>
          </a:prstGeom>
          <a:noFill/>
          <a:ln cap="flat" cmpd="sng" w="9525">
            <a:solidFill>
              <a:schemeClr val="dk2"/>
            </a:solidFill>
            <a:prstDash val="solid"/>
            <a:round/>
            <a:headEnd len="med" w="med" type="none"/>
            <a:tailEnd len="med" w="med" type="none"/>
          </a:ln>
        </p:spPr>
      </p:cxnSp>
      <p:pic>
        <p:nvPicPr>
          <p:cNvPr id="90" name="Google Shape;90;p7"/>
          <p:cNvPicPr preferRelativeResize="0"/>
          <p:nvPr/>
        </p:nvPicPr>
        <p:blipFill>
          <a:blip r:embed="rId3">
            <a:alphaModFix/>
          </a:blip>
          <a:stretch>
            <a:fillRect/>
          </a:stretch>
        </p:blipFill>
        <p:spPr>
          <a:xfrm>
            <a:off x="250013" y="1796557"/>
            <a:ext cx="301398" cy="301395"/>
          </a:xfrm>
          <a:prstGeom prst="rect">
            <a:avLst/>
          </a:prstGeom>
          <a:noFill/>
          <a:ln>
            <a:noFill/>
          </a:ln>
        </p:spPr>
      </p:pic>
      <p:pic>
        <p:nvPicPr>
          <p:cNvPr id="91" name="Google Shape;91;p7"/>
          <p:cNvPicPr preferRelativeResize="0"/>
          <p:nvPr/>
        </p:nvPicPr>
        <p:blipFill>
          <a:blip r:embed="rId4">
            <a:alphaModFix/>
          </a:blip>
          <a:stretch>
            <a:fillRect/>
          </a:stretch>
        </p:blipFill>
        <p:spPr>
          <a:xfrm>
            <a:off x="4690217" y="1796557"/>
            <a:ext cx="257193" cy="301395"/>
          </a:xfrm>
          <a:prstGeom prst="rect">
            <a:avLst/>
          </a:prstGeom>
          <a:noFill/>
          <a:ln>
            <a:noFill/>
          </a:ln>
        </p:spPr>
      </p:pic>
      <p:pic>
        <p:nvPicPr>
          <p:cNvPr id="92" name="Google Shape;92;p7" title="Icon - Browser Window.png"/>
          <p:cNvPicPr preferRelativeResize="0"/>
          <p:nvPr/>
        </p:nvPicPr>
        <p:blipFill rotWithShape="1">
          <a:blip r:embed="rId5">
            <a:alphaModFix/>
          </a:blip>
          <a:srcRect b="169" l="0" r="0" t="169"/>
          <a:stretch/>
        </p:blipFill>
        <p:spPr>
          <a:xfrm>
            <a:off x="2451030" y="1761232"/>
            <a:ext cx="339575" cy="301394"/>
          </a:xfrm>
          <a:prstGeom prst="rect">
            <a:avLst/>
          </a:prstGeom>
          <a:noFill/>
          <a:ln>
            <a:noFill/>
          </a:ln>
        </p:spPr>
      </p:pic>
      <p:pic>
        <p:nvPicPr>
          <p:cNvPr id="93" name="Google Shape;93;p7"/>
          <p:cNvPicPr preferRelativeResize="0"/>
          <p:nvPr/>
        </p:nvPicPr>
        <p:blipFill>
          <a:blip r:embed="rId6">
            <a:alphaModFix/>
          </a:blip>
          <a:stretch>
            <a:fillRect/>
          </a:stretch>
        </p:blipFill>
        <p:spPr>
          <a:xfrm>
            <a:off x="6922738" y="1792537"/>
            <a:ext cx="309425" cy="309425"/>
          </a:xfrm>
          <a:prstGeom prst="rect">
            <a:avLst/>
          </a:prstGeom>
          <a:noFill/>
          <a:ln>
            <a:noFill/>
          </a:ln>
        </p:spPr>
      </p:pic>
      <p:sp>
        <p:nvSpPr>
          <p:cNvPr id="94" name="Google Shape;94;p7"/>
          <p:cNvSpPr txBox="1"/>
          <p:nvPr>
            <p:ph type="title"/>
          </p:nvPr>
        </p:nvSpPr>
        <p:spPr>
          <a:xfrm>
            <a:off x="747000" y="257600"/>
            <a:ext cx="7421400" cy="3936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Customer Stories: Scale Builds Impactful AI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8"/>
          <p:cNvSpPr txBox="1"/>
          <p:nvPr/>
        </p:nvSpPr>
        <p:spPr>
          <a:xfrm>
            <a:off x="236575" y="2148352"/>
            <a:ext cx="1994400" cy="243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a:solidFill>
                  <a:schemeClr val="dk1"/>
                </a:solidFill>
                <a:latin typeface="Host Grotesk"/>
                <a:ea typeface="Host Grotesk"/>
                <a:cs typeface="Host Grotesk"/>
                <a:sym typeface="Host Grotesk"/>
              </a:rPr>
              <a:t>Eliminate Inefficient Manual Tasks</a:t>
            </a:r>
            <a:br>
              <a:rPr lang="en" sz="1300">
                <a:solidFill>
                  <a:schemeClr val="lt2"/>
                </a:solidFill>
                <a:latin typeface="Host Grotesk"/>
                <a:ea typeface="Host Grotesk"/>
                <a:cs typeface="Host Grotesk"/>
                <a:sym typeface="Host Grotesk"/>
              </a:rPr>
            </a:br>
            <a:endParaRPr sz="400">
              <a:solidFill>
                <a:schemeClr val="lt2"/>
              </a:solidFill>
              <a:latin typeface="Host Grotesk"/>
              <a:ea typeface="Host Grotesk"/>
              <a:cs typeface="Host Grotesk"/>
              <a:sym typeface="Host Grotesk"/>
            </a:endParaRPr>
          </a:p>
          <a:p>
            <a:pPr indent="0" lvl="0" marL="0" rtl="0" algn="l">
              <a:lnSpc>
                <a:spcPct val="100000"/>
              </a:lnSpc>
              <a:spcBef>
                <a:spcPts val="500"/>
              </a:spcBef>
              <a:spcAft>
                <a:spcPts val="0"/>
              </a:spcAft>
              <a:buNone/>
            </a:pPr>
            <a:r>
              <a:rPr lang="en" sz="1100">
                <a:solidFill>
                  <a:schemeClr val="lt2"/>
                </a:solidFill>
                <a:latin typeface="Host Grotesk Light"/>
                <a:ea typeface="Host Grotesk Light"/>
                <a:cs typeface="Host Grotesk Light"/>
                <a:sym typeface="Host Grotesk Light"/>
              </a:rPr>
              <a:t>Augment your employees on real-world tasks - such as contract review, customer service interactions, or insurance claims.</a:t>
            </a:r>
            <a:endParaRPr sz="1100">
              <a:solidFill>
                <a:schemeClr val="lt2"/>
              </a:solidFill>
              <a:latin typeface="Host Grotesk Light"/>
              <a:ea typeface="Host Grotesk Light"/>
              <a:cs typeface="Host Grotesk Light"/>
              <a:sym typeface="Host Grotesk Light"/>
            </a:endParaRPr>
          </a:p>
        </p:txBody>
      </p:sp>
      <p:sp>
        <p:nvSpPr>
          <p:cNvPr id="100" name="Google Shape;100;p8"/>
          <p:cNvSpPr txBox="1"/>
          <p:nvPr/>
        </p:nvSpPr>
        <p:spPr>
          <a:xfrm>
            <a:off x="2462450" y="2148352"/>
            <a:ext cx="1994400" cy="243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a:solidFill>
                  <a:schemeClr val="dk1"/>
                </a:solidFill>
                <a:latin typeface="Host Grotesk"/>
                <a:ea typeface="Host Grotesk"/>
                <a:cs typeface="Host Grotesk"/>
                <a:sym typeface="Host Grotesk"/>
              </a:rPr>
              <a:t>Replace Costly </a:t>
            </a:r>
            <a:br>
              <a:rPr lang="en">
                <a:solidFill>
                  <a:schemeClr val="dk1"/>
                </a:solidFill>
                <a:latin typeface="Host Grotesk"/>
                <a:ea typeface="Host Grotesk"/>
                <a:cs typeface="Host Grotesk"/>
                <a:sym typeface="Host Grotesk"/>
              </a:rPr>
            </a:br>
            <a:r>
              <a:rPr lang="en">
                <a:solidFill>
                  <a:schemeClr val="dk1"/>
                </a:solidFill>
                <a:latin typeface="Host Grotesk"/>
                <a:ea typeface="Host Grotesk"/>
                <a:cs typeface="Host Grotesk"/>
                <a:sym typeface="Host Grotesk"/>
              </a:rPr>
              <a:t>Legacy Software</a:t>
            </a:r>
            <a:br>
              <a:rPr lang="en" sz="1300">
                <a:solidFill>
                  <a:schemeClr val="dk1"/>
                </a:solidFill>
                <a:latin typeface="Host Grotesk"/>
                <a:ea typeface="Host Grotesk"/>
                <a:cs typeface="Host Grotesk"/>
                <a:sym typeface="Host Grotesk"/>
              </a:rPr>
            </a:br>
            <a:endParaRPr sz="400">
              <a:solidFill>
                <a:schemeClr val="dk1"/>
              </a:solidFill>
              <a:latin typeface="Host Grotesk"/>
              <a:ea typeface="Host Grotesk"/>
              <a:cs typeface="Host Grotesk"/>
              <a:sym typeface="Host Grotesk"/>
            </a:endParaRPr>
          </a:p>
          <a:p>
            <a:pPr indent="0" lvl="0" marL="0" rtl="0" algn="l">
              <a:lnSpc>
                <a:spcPct val="100000"/>
              </a:lnSpc>
              <a:spcBef>
                <a:spcPts val="500"/>
              </a:spcBef>
              <a:spcAft>
                <a:spcPts val="0"/>
              </a:spcAft>
              <a:buNone/>
            </a:pPr>
            <a:r>
              <a:rPr lang="en" sz="1100">
                <a:solidFill>
                  <a:schemeClr val="lt2"/>
                </a:solidFill>
                <a:latin typeface="Host Grotesk Light"/>
                <a:ea typeface="Host Grotesk Light"/>
                <a:cs typeface="Host Grotesk Light"/>
                <a:sym typeface="Host Grotesk Light"/>
              </a:rPr>
              <a:t>Traditional software is dumb, </a:t>
            </a:r>
            <a:br>
              <a:rPr lang="en" sz="1100">
                <a:solidFill>
                  <a:schemeClr val="lt2"/>
                </a:solidFill>
                <a:latin typeface="Host Grotesk Light"/>
                <a:ea typeface="Host Grotesk Light"/>
                <a:cs typeface="Host Grotesk Light"/>
                <a:sym typeface="Host Grotesk Light"/>
              </a:rPr>
            </a:br>
            <a:r>
              <a:rPr lang="en" sz="1100">
                <a:solidFill>
                  <a:schemeClr val="lt2"/>
                </a:solidFill>
                <a:latin typeface="Host Grotesk Light"/>
                <a:ea typeface="Host Grotesk Light"/>
                <a:cs typeface="Host Grotesk Light"/>
                <a:sym typeface="Host Grotesk Light"/>
              </a:rPr>
              <a:t>static, and costly. Scale helps you replace legacy software with smarter AI solutions </a:t>
            </a:r>
            <a:br>
              <a:rPr lang="en" sz="1100">
                <a:solidFill>
                  <a:schemeClr val="lt2"/>
                </a:solidFill>
                <a:latin typeface="Host Grotesk Light"/>
                <a:ea typeface="Host Grotesk Light"/>
                <a:cs typeface="Host Grotesk Light"/>
                <a:sym typeface="Host Grotesk Light"/>
              </a:rPr>
            </a:br>
            <a:r>
              <a:rPr lang="en" sz="1100">
                <a:solidFill>
                  <a:schemeClr val="lt2"/>
                </a:solidFill>
                <a:latin typeface="Host Grotesk Light"/>
                <a:ea typeface="Host Grotesk Light"/>
                <a:cs typeface="Host Grotesk Light"/>
                <a:sym typeface="Host Grotesk Light"/>
              </a:rPr>
              <a:t>that learn from your employees, and act as productivity multipliers.</a:t>
            </a:r>
            <a:endParaRPr sz="1100">
              <a:solidFill>
                <a:schemeClr val="lt2"/>
              </a:solidFill>
              <a:latin typeface="Host Grotesk Light"/>
              <a:ea typeface="Host Grotesk Light"/>
              <a:cs typeface="Host Grotesk Light"/>
              <a:sym typeface="Host Grotesk Light"/>
            </a:endParaRPr>
          </a:p>
        </p:txBody>
      </p:sp>
      <p:sp>
        <p:nvSpPr>
          <p:cNvPr id="101" name="Google Shape;101;p8"/>
          <p:cNvSpPr txBox="1"/>
          <p:nvPr/>
        </p:nvSpPr>
        <p:spPr>
          <a:xfrm>
            <a:off x="4688325" y="2148352"/>
            <a:ext cx="1994400" cy="243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a:solidFill>
                  <a:schemeClr val="dk1"/>
                </a:solidFill>
                <a:latin typeface="Host Grotesk"/>
                <a:ea typeface="Host Grotesk"/>
                <a:cs typeface="Host Grotesk"/>
                <a:sym typeface="Host Grotesk"/>
              </a:rPr>
              <a:t>Accelerate Decision-Making</a:t>
            </a:r>
            <a:br>
              <a:rPr lang="en" sz="1300">
                <a:solidFill>
                  <a:schemeClr val="lt2"/>
                </a:solidFill>
                <a:latin typeface="Host Grotesk"/>
                <a:ea typeface="Host Grotesk"/>
                <a:cs typeface="Host Grotesk"/>
                <a:sym typeface="Host Grotesk"/>
              </a:rPr>
            </a:br>
            <a:endParaRPr sz="400">
              <a:solidFill>
                <a:schemeClr val="lt2"/>
              </a:solidFill>
              <a:latin typeface="Host Grotesk"/>
              <a:ea typeface="Host Grotesk"/>
              <a:cs typeface="Host Grotesk"/>
              <a:sym typeface="Host Grotesk"/>
            </a:endParaRPr>
          </a:p>
          <a:p>
            <a:pPr indent="0" lvl="0" marL="0" rtl="0" algn="l">
              <a:lnSpc>
                <a:spcPct val="115000"/>
              </a:lnSpc>
              <a:spcBef>
                <a:spcPts val="500"/>
              </a:spcBef>
              <a:spcAft>
                <a:spcPts val="0"/>
              </a:spcAft>
              <a:buClr>
                <a:schemeClr val="lt1"/>
              </a:buClr>
              <a:buSzPts val="1100"/>
              <a:buFont typeface="Arial"/>
              <a:buNone/>
            </a:pPr>
            <a:r>
              <a:rPr lang="en" sz="1100">
                <a:solidFill>
                  <a:schemeClr val="lt2"/>
                </a:solidFill>
                <a:latin typeface="Host Grotesk Light"/>
                <a:ea typeface="Host Grotesk Light"/>
                <a:cs typeface="Host Grotesk Light"/>
                <a:sym typeface="Host Grotesk Light"/>
              </a:rPr>
              <a:t>Make better decisions faster by unlocking insights from your entire organizational context including your human knowledge workers’ expertise and your unstructured data.</a:t>
            </a:r>
            <a:endParaRPr sz="1100">
              <a:solidFill>
                <a:schemeClr val="lt2"/>
              </a:solidFill>
              <a:latin typeface="Host Grotesk Light"/>
              <a:ea typeface="Host Grotesk Light"/>
              <a:cs typeface="Host Grotesk Light"/>
              <a:sym typeface="Host Grotesk Light"/>
            </a:endParaRPr>
          </a:p>
          <a:p>
            <a:pPr indent="0" lvl="0" marL="0" rtl="0" algn="l">
              <a:lnSpc>
                <a:spcPct val="115000"/>
              </a:lnSpc>
              <a:spcBef>
                <a:spcPts val="0"/>
              </a:spcBef>
              <a:spcAft>
                <a:spcPts val="0"/>
              </a:spcAft>
              <a:buClr>
                <a:schemeClr val="lt1"/>
              </a:buClr>
              <a:buSzPts val="1100"/>
              <a:buFont typeface="Arial"/>
              <a:buNone/>
            </a:pPr>
            <a:r>
              <a:t/>
            </a:r>
            <a:endParaRPr sz="900">
              <a:solidFill>
                <a:schemeClr val="lt2"/>
              </a:solidFill>
              <a:latin typeface="Host Grotesk"/>
              <a:ea typeface="Host Grotesk"/>
              <a:cs typeface="Host Grotesk"/>
              <a:sym typeface="Host Grotesk"/>
            </a:endParaRPr>
          </a:p>
          <a:p>
            <a:pPr indent="0" lvl="0" marL="0" rtl="0" algn="l">
              <a:lnSpc>
                <a:spcPct val="100000"/>
              </a:lnSpc>
              <a:spcBef>
                <a:spcPts val="0"/>
              </a:spcBef>
              <a:spcAft>
                <a:spcPts val="0"/>
              </a:spcAft>
              <a:buNone/>
            </a:pPr>
            <a:r>
              <a:t/>
            </a:r>
            <a:endParaRPr sz="900">
              <a:solidFill>
                <a:schemeClr val="lt2"/>
              </a:solidFill>
              <a:latin typeface="Host Grotesk"/>
              <a:ea typeface="Host Grotesk"/>
              <a:cs typeface="Host Grotesk"/>
              <a:sym typeface="Host Grotesk"/>
            </a:endParaRPr>
          </a:p>
        </p:txBody>
      </p:sp>
      <p:sp>
        <p:nvSpPr>
          <p:cNvPr id="102" name="Google Shape;102;p8"/>
          <p:cNvSpPr txBox="1"/>
          <p:nvPr/>
        </p:nvSpPr>
        <p:spPr>
          <a:xfrm>
            <a:off x="236575" y="1931600"/>
            <a:ext cx="7392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500"/>
              </a:spcAft>
              <a:buNone/>
            </a:pPr>
            <a:r>
              <a:rPr lang="en" sz="900">
                <a:solidFill>
                  <a:schemeClr val="accent2"/>
                </a:solidFill>
                <a:latin typeface="JetBrains Mono Light"/>
                <a:ea typeface="JetBrains Mono Light"/>
                <a:cs typeface="JetBrains Mono Light"/>
                <a:sym typeface="JetBrains Mono Light"/>
              </a:rPr>
              <a:t>01</a:t>
            </a:r>
            <a:endParaRPr/>
          </a:p>
        </p:txBody>
      </p:sp>
      <p:sp>
        <p:nvSpPr>
          <p:cNvPr id="103" name="Google Shape;103;p8"/>
          <p:cNvSpPr txBox="1"/>
          <p:nvPr/>
        </p:nvSpPr>
        <p:spPr>
          <a:xfrm>
            <a:off x="2462450" y="1931600"/>
            <a:ext cx="7392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500"/>
              </a:spcAft>
              <a:buNone/>
            </a:pPr>
            <a:r>
              <a:rPr lang="en" sz="900">
                <a:solidFill>
                  <a:schemeClr val="accent2"/>
                </a:solidFill>
                <a:latin typeface="JetBrains Mono Light"/>
                <a:ea typeface="JetBrains Mono Light"/>
                <a:cs typeface="JetBrains Mono Light"/>
                <a:sym typeface="JetBrains Mono Light"/>
              </a:rPr>
              <a:t>02</a:t>
            </a:r>
            <a:endParaRPr/>
          </a:p>
        </p:txBody>
      </p:sp>
      <p:sp>
        <p:nvSpPr>
          <p:cNvPr id="104" name="Google Shape;104;p8"/>
          <p:cNvSpPr txBox="1"/>
          <p:nvPr/>
        </p:nvSpPr>
        <p:spPr>
          <a:xfrm>
            <a:off x="4688325" y="1931600"/>
            <a:ext cx="7392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500"/>
              </a:spcAft>
              <a:buNone/>
            </a:pPr>
            <a:r>
              <a:rPr lang="en" sz="900">
                <a:solidFill>
                  <a:schemeClr val="accent2"/>
                </a:solidFill>
                <a:latin typeface="JetBrains Mono Light"/>
                <a:ea typeface="JetBrains Mono Light"/>
                <a:cs typeface="JetBrains Mono Light"/>
                <a:sym typeface="JetBrains Mono Light"/>
              </a:rPr>
              <a:t>03</a:t>
            </a:r>
            <a:endParaRPr/>
          </a:p>
        </p:txBody>
      </p:sp>
      <p:pic>
        <p:nvPicPr>
          <p:cNvPr id="105" name="Google Shape;105;p8" title="ChatGPT Image May 21, 2025, 11_16_32 AM copy.png"/>
          <p:cNvPicPr preferRelativeResize="0"/>
          <p:nvPr/>
        </p:nvPicPr>
        <p:blipFill>
          <a:blip r:embed="rId3">
            <a:alphaModFix/>
          </a:blip>
          <a:stretch>
            <a:fillRect/>
          </a:stretch>
        </p:blipFill>
        <p:spPr>
          <a:xfrm>
            <a:off x="2427100" y="1013201"/>
            <a:ext cx="815099" cy="815099"/>
          </a:xfrm>
          <a:prstGeom prst="rect">
            <a:avLst/>
          </a:prstGeom>
          <a:noFill/>
          <a:ln>
            <a:noFill/>
          </a:ln>
        </p:spPr>
      </p:pic>
      <p:pic>
        <p:nvPicPr>
          <p:cNvPr id="106" name="Google Shape;106;p8" title="ChatGPT Image May 21, 2025, 11_22_40 AM copy.png"/>
          <p:cNvPicPr preferRelativeResize="0"/>
          <p:nvPr/>
        </p:nvPicPr>
        <p:blipFill>
          <a:blip r:embed="rId4">
            <a:alphaModFix/>
          </a:blip>
          <a:stretch>
            <a:fillRect/>
          </a:stretch>
        </p:blipFill>
        <p:spPr>
          <a:xfrm>
            <a:off x="4637675" y="1051150"/>
            <a:ext cx="739200" cy="739200"/>
          </a:xfrm>
          <a:prstGeom prst="rect">
            <a:avLst/>
          </a:prstGeom>
          <a:noFill/>
          <a:ln>
            <a:noFill/>
          </a:ln>
        </p:spPr>
      </p:pic>
      <p:pic>
        <p:nvPicPr>
          <p:cNvPr id="107" name="Google Shape;107;p8" title="ChatGPT Image May 21, 2025, 11_26_47 AM.png"/>
          <p:cNvPicPr preferRelativeResize="0"/>
          <p:nvPr/>
        </p:nvPicPr>
        <p:blipFill rotWithShape="1">
          <a:blip r:embed="rId5">
            <a:alphaModFix/>
          </a:blip>
          <a:srcRect b="7295" l="13373" r="13468" t="0"/>
          <a:stretch/>
        </p:blipFill>
        <p:spPr>
          <a:xfrm>
            <a:off x="236575" y="1078188"/>
            <a:ext cx="540639" cy="685125"/>
          </a:xfrm>
          <a:prstGeom prst="rect">
            <a:avLst/>
          </a:prstGeom>
          <a:noFill/>
          <a:ln>
            <a:noFill/>
          </a:ln>
        </p:spPr>
      </p:pic>
      <p:sp>
        <p:nvSpPr>
          <p:cNvPr id="108" name="Google Shape;108;p8"/>
          <p:cNvSpPr txBox="1"/>
          <p:nvPr>
            <p:ph type="title"/>
          </p:nvPr>
        </p:nvSpPr>
        <p:spPr>
          <a:xfrm>
            <a:off x="747000" y="257600"/>
            <a:ext cx="7421400" cy="3936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cxnSp>
        <p:nvCxnSpPr>
          <p:cNvPr id="113" name="Google Shape;113;p9"/>
          <p:cNvCxnSpPr>
            <a:stCxn id="114" idx="4"/>
          </p:cNvCxnSpPr>
          <p:nvPr/>
        </p:nvCxnSpPr>
        <p:spPr>
          <a:xfrm flipH="1">
            <a:off x="925219" y="2679518"/>
            <a:ext cx="600" cy="1825500"/>
          </a:xfrm>
          <a:prstGeom prst="straightConnector1">
            <a:avLst/>
          </a:prstGeom>
          <a:noFill/>
          <a:ln cap="flat" cmpd="sng" w="9525">
            <a:solidFill>
              <a:srgbClr val="D9D9D9"/>
            </a:solidFill>
            <a:prstDash val="solid"/>
            <a:round/>
            <a:headEnd len="med" w="med" type="none"/>
            <a:tailEnd len="med" w="med" type="none"/>
          </a:ln>
        </p:spPr>
      </p:cxnSp>
      <p:cxnSp>
        <p:nvCxnSpPr>
          <p:cNvPr id="115" name="Google Shape;115;p9"/>
          <p:cNvCxnSpPr/>
          <p:nvPr/>
        </p:nvCxnSpPr>
        <p:spPr>
          <a:xfrm>
            <a:off x="6129175" y="2701750"/>
            <a:ext cx="0" cy="1808700"/>
          </a:xfrm>
          <a:prstGeom prst="straightConnector1">
            <a:avLst/>
          </a:prstGeom>
          <a:noFill/>
          <a:ln cap="flat" cmpd="sng" w="9525">
            <a:solidFill>
              <a:srgbClr val="D9D9D9"/>
            </a:solidFill>
            <a:prstDash val="solid"/>
            <a:round/>
            <a:headEnd len="med" w="med" type="none"/>
            <a:tailEnd len="med" w="med" type="none"/>
          </a:ln>
        </p:spPr>
      </p:cxnSp>
      <p:cxnSp>
        <p:nvCxnSpPr>
          <p:cNvPr id="116" name="Google Shape;116;p9"/>
          <p:cNvCxnSpPr>
            <a:endCxn id="117" idx="0"/>
          </p:cNvCxnSpPr>
          <p:nvPr/>
        </p:nvCxnSpPr>
        <p:spPr>
          <a:xfrm flipH="1">
            <a:off x="7608413" y="1070918"/>
            <a:ext cx="3600" cy="1554300"/>
          </a:xfrm>
          <a:prstGeom prst="straightConnector1">
            <a:avLst/>
          </a:prstGeom>
          <a:noFill/>
          <a:ln cap="flat" cmpd="sng" w="9525">
            <a:solidFill>
              <a:srgbClr val="D9D9D9"/>
            </a:solidFill>
            <a:prstDash val="solid"/>
            <a:round/>
            <a:headEnd len="med" w="med" type="none"/>
            <a:tailEnd len="med" w="med" type="none"/>
          </a:ln>
        </p:spPr>
      </p:cxnSp>
      <p:pic>
        <p:nvPicPr>
          <p:cNvPr id="118" name="Google Shape;118;p9" title="LINE 3.png"/>
          <p:cNvPicPr preferRelativeResize="0"/>
          <p:nvPr/>
        </p:nvPicPr>
        <p:blipFill rotWithShape="1">
          <a:blip r:embed="rId3">
            <a:alphaModFix/>
          </a:blip>
          <a:srcRect b="0" l="0" r="10666" t="0"/>
          <a:stretch/>
        </p:blipFill>
        <p:spPr>
          <a:xfrm>
            <a:off x="0" y="1488875"/>
            <a:ext cx="8168299" cy="1476375"/>
          </a:xfrm>
          <a:prstGeom prst="rect">
            <a:avLst/>
          </a:prstGeom>
          <a:noFill/>
          <a:ln>
            <a:noFill/>
          </a:ln>
        </p:spPr>
      </p:pic>
      <p:sp>
        <p:nvSpPr>
          <p:cNvPr id="119" name="Google Shape;119;p9"/>
          <p:cNvSpPr txBox="1"/>
          <p:nvPr/>
        </p:nvSpPr>
        <p:spPr>
          <a:xfrm>
            <a:off x="236575" y="2785148"/>
            <a:ext cx="624300" cy="30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500"/>
              </a:spcAft>
              <a:buClr>
                <a:schemeClr val="lt1"/>
              </a:buClr>
              <a:buSzPts val="1100"/>
              <a:buFont typeface="Arial"/>
              <a:buNone/>
            </a:pPr>
            <a:r>
              <a:rPr lang="en" sz="800">
                <a:solidFill>
                  <a:schemeClr val="dk1"/>
                </a:solidFill>
                <a:latin typeface="Host Grotesk"/>
                <a:ea typeface="Host Grotesk"/>
                <a:cs typeface="Host Grotesk"/>
                <a:sym typeface="Host Grotesk"/>
              </a:rPr>
              <a:t>Lorem Ipsum</a:t>
            </a:r>
            <a:endParaRPr sz="800">
              <a:solidFill>
                <a:srgbClr val="D9D9D9"/>
              </a:solidFill>
              <a:latin typeface="Host Grotesk"/>
              <a:ea typeface="Host Grotesk"/>
              <a:cs typeface="Host Grotesk"/>
              <a:sym typeface="Host Grotesk"/>
            </a:endParaRPr>
          </a:p>
        </p:txBody>
      </p:sp>
      <p:sp>
        <p:nvSpPr>
          <p:cNvPr id="120" name="Google Shape;120;p9"/>
          <p:cNvSpPr txBox="1"/>
          <p:nvPr/>
        </p:nvSpPr>
        <p:spPr>
          <a:xfrm>
            <a:off x="975700" y="3430875"/>
            <a:ext cx="2227200" cy="10797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chemeClr val="lt1"/>
              </a:buClr>
              <a:buSzPts val="1100"/>
              <a:buFont typeface="Arial"/>
              <a:buNone/>
            </a:pPr>
            <a:r>
              <a:rPr lang="en" sz="900">
                <a:solidFill>
                  <a:schemeClr val="lt2"/>
                </a:solidFill>
                <a:latin typeface="Host Grotesk"/>
                <a:ea typeface="Host Grotesk"/>
                <a:cs typeface="Host Grotesk"/>
                <a:sym typeface="Host Grotesk"/>
              </a:rPr>
              <a:t>Praesent ac interdum est, nec lacinia risus. Cras placerat malesuada accumsan. Praesent quis condimentum neque, nec pulvinar sem. Pellentesque finibus, nisi rhoncus commodo facilisis, metus justo sagittis purus, nec accumsan urna diam quis dui.</a:t>
            </a:r>
            <a:endParaRPr sz="900">
              <a:solidFill>
                <a:schemeClr val="lt2"/>
              </a:solidFill>
              <a:latin typeface="Host Grotesk"/>
              <a:ea typeface="Host Grotesk"/>
              <a:cs typeface="Host Grotesk"/>
              <a:sym typeface="Host Grotesk"/>
            </a:endParaRPr>
          </a:p>
        </p:txBody>
      </p:sp>
      <p:sp>
        <p:nvSpPr>
          <p:cNvPr id="121" name="Google Shape;121;p9"/>
          <p:cNvSpPr txBox="1"/>
          <p:nvPr/>
        </p:nvSpPr>
        <p:spPr>
          <a:xfrm>
            <a:off x="7331450" y="4924149"/>
            <a:ext cx="1575900" cy="97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lt1"/>
              </a:buClr>
              <a:buSzPts val="1100"/>
              <a:buFont typeface="Arial"/>
              <a:buNone/>
            </a:pPr>
            <a:r>
              <a:rPr lang="en" sz="600">
                <a:solidFill>
                  <a:schemeClr val="lt2"/>
                </a:solidFill>
                <a:latin typeface="Schibsted Grotesk"/>
                <a:ea typeface="Schibsted Grotesk"/>
                <a:cs typeface="Schibsted Grotesk"/>
                <a:sym typeface="Schibsted Grotesk"/>
              </a:rPr>
              <a:t>Confidential  |  ©2025 Scale Inc.</a:t>
            </a:r>
            <a:endParaRPr sz="600">
              <a:solidFill>
                <a:schemeClr val="lt2"/>
              </a:solidFill>
              <a:latin typeface="Schibsted Grotesk"/>
              <a:ea typeface="Schibsted Grotesk"/>
              <a:cs typeface="Schibsted Grotesk"/>
              <a:sym typeface="Schibsted Grotesk"/>
            </a:endParaRPr>
          </a:p>
        </p:txBody>
      </p:sp>
      <p:sp>
        <p:nvSpPr>
          <p:cNvPr id="122" name="Google Shape;122;p9"/>
          <p:cNvSpPr txBox="1"/>
          <p:nvPr/>
        </p:nvSpPr>
        <p:spPr>
          <a:xfrm>
            <a:off x="975700" y="2785148"/>
            <a:ext cx="739200" cy="30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Host Grotesk"/>
                <a:ea typeface="Host Grotesk"/>
                <a:cs typeface="Host Grotesk"/>
                <a:sym typeface="Host Grotesk"/>
              </a:rPr>
              <a:t>Lorem Ipsum</a:t>
            </a:r>
            <a:endParaRPr sz="800">
              <a:solidFill>
                <a:srgbClr val="D9D9D9"/>
              </a:solidFill>
              <a:latin typeface="Host Grotesk"/>
              <a:ea typeface="Host Grotesk"/>
              <a:cs typeface="Host Grotesk"/>
              <a:sym typeface="Host Grotesk"/>
            </a:endParaRPr>
          </a:p>
          <a:p>
            <a:pPr indent="0" lvl="0" marL="0" rtl="0" algn="l">
              <a:spcBef>
                <a:spcPts val="500"/>
              </a:spcBef>
              <a:spcAft>
                <a:spcPts val="500"/>
              </a:spcAft>
              <a:buClr>
                <a:schemeClr val="lt1"/>
              </a:buClr>
              <a:buSzPts val="1100"/>
              <a:buFont typeface="Arial"/>
              <a:buNone/>
            </a:pPr>
            <a:r>
              <a:t/>
            </a:r>
            <a:endParaRPr sz="800">
              <a:solidFill>
                <a:schemeClr val="dk1"/>
              </a:solidFill>
              <a:latin typeface="Host Grotesk"/>
              <a:ea typeface="Host Grotesk"/>
              <a:cs typeface="Host Grotesk"/>
              <a:sym typeface="Host Grotesk"/>
            </a:endParaRPr>
          </a:p>
        </p:txBody>
      </p:sp>
      <p:sp>
        <p:nvSpPr>
          <p:cNvPr id="123" name="Google Shape;123;p9"/>
          <p:cNvSpPr txBox="1"/>
          <p:nvPr/>
        </p:nvSpPr>
        <p:spPr>
          <a:xfrm>
            <a:off x="2232350" y="2782873"/>
            <a:ext cx="1244400" cy="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Host Grotesk"/>
                <a:ea typeface="Host Grotesk"/>
                <a:cs typeface="Host Grotesk"/>
                <a:sym typeface="Host Grotesk"/>
              </a:rPr>
              <a:t>Lorem Ipsum</a:t>
            </a:r>
            <a:endParaRPr sz="800">
              <a:solidFill>
                <a:srgbClr val="D9D9D9"/>
              </a:solidFill>
              <a:latin typeface="Host Grotesk"/>
              <a:ea typeface="Host Grotesk"/>
              <a:cs typeface="Host Grotesk"/>
              <a:sym typeface="Host Grotesk"/>
            </a:endParaRPr>
          </a:p>
          <a:p>
            <a:pPr indent="0" lvl="0" marL="0" rtl="0" algn="l">
              <a:lnSpc>
                <a:spcPct val="115000"/>
              </a:lnSpc>
              <a:spcBef>
                <a:spcPts val="500"/>
              </a:spcBef>
              <a:spcAft>
                <a:spcPts val="0"/>
              </a:spcAft>
              <a:buClr>
                <a:schemeClr val="lt1"/>
              </a:buClr>
              <a:buSzPts val="1100"/>
              <a:buFont typeface="Arial"/>
              <a:buNone/>
            </a:pPr>
            <a:r>
              <a:t/>
            </a:r>
            <a:endParaRPr sz="800">
              <a:solidFill>
                <a:schemeClr val="dk1"/>
              </a:solidFill>
              <a:latin typeface="Host Grotesk"/>
              <a:ea typeface="Host Grotesk"/>
              <a:cs typeface="Host Grotesk"/>
              <a:sym typeface="Host Grotesk"/>
            </a:endParaRPr>
          </a:p>
        </p:txBody>
      </p:sp>
      <p:sp>
        <p:nvSpPr>
          <p:cNvPr id="124" name="Google Shape;124;p9"/>
          <p:cNvSpPr txBox="1"/>
          <p:nvPr/>
        </p:nvSpPr>
        <p:spPr>
          <a:xfrm>
            <a:off x="3715100" y="2785148"/>
            <a:ext cx="739200" cy="30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Host Grotesk"/>
                <a:ea typeface="Host Grotesk"/>
                <a:cs typeface="Host Grotesk"/>
                <a:sym typeface="Host Grotesk"/>
              </a:rPr>
              <a:t>Lorem Ipsum</a:t>
            </a:r>
            <a:endParaRPr sz="800">
              <a:solidFill>
                <a:srgbClr val="D9D9D9"/>
              </a:solidFill>
              <a:latin typeface="Host Grotesk"/>
              <a:ea typeface="Host Grotesk"/>
              <a:cs typeface="Host Grotesk"/>
              <a:sym typeface="Host Grotesk"/>
            </a:endParaRPr>
          </a:p>
          <a:p>
            <a:pPr indent="0" lvl="0" marL="0" rtl="0" algn="l">
              <a:spcBef>
                <a:spcPts val="500"/>
              </a:spcBef>
              <a:spcAft>
                <a:spcPts val="500"/>
              </a:spcAft>
              <a:buClr>
                <a:schemeClr val="lt1"/>
              </a:buClr>
              <a:buSzPts val="1100"/>
              <a:buFont typeface="Arial"/>
              <a:buNone/>
            </a:pPr>
            <a:r>
              <a:t/>
            </a:r>
            <a:endParaRPr sz="800">
              <a:solidFill>
                <a:schemeClr val="dk1"/>
              </a:solidFill>
              <a:latin typeface="Host Grotesk"/>
              <a:ea typeface="Host Grotesk"/>
              <a:cs typeface="Host Grotesk"/>
              <a:sym typeface="Host Grotesk"/>
            </a:endParaRPr>
          </a:p>
        </p:txBody>
      </p:sp>
      <p:sp>
        <p:nvSpPr>
          <p:cNvPr id="125" name="Google Shape;125;p9"/>
          <p:cNvSpPr txBox="1"/>
          <p:nvPr/>
        </p:nvSpPr>
        <p:spPr>
          <a:xfrm>
            <a:off x="4692650" y="2785148"/>
            <a:ext cx="1041300" cy="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Host Grotesk"/>
                <a:ea typeface="Host Grotesk"/>
                <a:cs typeface="Host Grotesk"/>
                <a:sym typeface="Host Grotesk"/>
              </a:rPr>
              <a:t>Lorem Ipsum</a:t>
            </a:r>
            <a:endParaRPr sz="800">
              <a:solidFill>
                <a:srgbClr val="D9D9D9"/>
              </a:solidFill>
              <a:latin typeface="Host Grotesk"/>
              <a:ea typeface="Host Grotesk"/>
              <a:cs typeface="Host Grotesk"/>
              <a:sym typeface="Host Grotesk"/>
            </a:endParaRPr>
          </a:p>
          <a:p>
            <a:pPr indent="0" lvl="0" marL="0" rtl="0" algn="l">
              <a:spcBef>
                <a:spcPts val="500"/>
              </a:spcBef>
              <a:spcAft>
                <a:spcPts val="500"/>
              </a:spcAft>
              <a:buClr>
                <a:schemeClr val="lt1"/>
              </a:buClr>
              <a:buSzPts val="1100"/>
              <a:buFont typeface="Arial"/>
              <a:buNone/>
            </a:pPr>
            <a:r>
              <a:t/>
            </a:r>
            <a:endParaRPr sz="800">
              <a:solidFill>
                <a:schemeClr val="dk1"/>
              </a:solidFill>
              <a:latin typeface="Host Grotesk"/>
              <a:ea typeface="Host Grotesk"/>
              <a:cs typeface="Host Grotesk"/>
              <a:sym typeface="Host Grotesk"/>
            </a:endParaRPr>
          </a:p>
        </p:txBody>
      </p:sp>
      <p:sp>
        <p:nvSpPr>
          <p:cNvPr id="126" name="Google Shape;126;p9"/>
          <p:cNvSpPr txBox="1"/>
          <p:nvPr/>
        </p:nvSpPr>
        <p:spPr>
          <a:xfrm>
            <a:off x="6172200" y="2785148"/>
            <a:ext cx="739200" cy="30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Host Grotesk"/>
                <a:ea typeface="Host Grotesk"/>
                <a:cs typeface="Host Grotesk"/>
                <a:sym typeface="Host Grotesk"/>
              </a:rPr>
              <a:t>Lorem Ipsum</a:t>
            </a:r>
            <a:endParaRPr sz="800">
              <a:solidFill>
                <a:srgbClr val="D9D9D9"/>
              </a:solidFill>
              <a:latin typeface="Host Grotesk"/>
              <a:ea typeface="Host Grotesk"/>
              <a:cs typeface="Host Grotesk"/>
              <a:sym typeface="Host Grotesk"/>
            </a:endParaRPr>
          </a:p>
          <a:p>
            <a:pPr indent="0" lvl="0" marL="0" rtl="0" algn="l">
              <a:spcBef>
                <a:spcPts val="500"/>
              </a:spcBef>
              <a:spcAft>
                <a:spcPts val="500"/>
              </a:spcAft>
              <a:buClr>
                <a:schemeClr val="lt1"/>
              </a:buClr>
              <a:buSzPts val="1100"/>
              <a:buFont typeface="Arial"/>
              <a:buNone/>
            </a:pPr>
            <a:r>
              <a:t/>
            </a:r>
            <a:endParaRPr sz="800">
              <a:solidFill>
                <a:schemeClr val="dk1"/>
              </a:solidFill>
              <a:latin typeface="Host Grotesk"/>
              <a:ea typeface="Host Grotesk"/>
              <a:cs typeface="Host Grotesk"/>
              <a:sym typeface="Host Grotesk"/>
            </a:endParaRPr>
          </a:p>
        </p:txBody>
      </p:sp>
      <p:sp>
        <p:nvSpPr>
          <p:cNvPr id="127" name="Google Shape;127;p9"/>
          <p:cNvSpPr txBox="1"/>
          <p:nvPr/>
        </p:nvSpPr>
        <p:spPr>
          <a:xfrm>
            <a:off x="7658106" y="2785148"/>
            <a:ext cx="739200" cy="30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Host Grotesk"/>
                <a:ea typeface="Host Grotesk"/>
                <a:cs typeface="Host Grotesk"/>
                <a:sym typeface="Host Grotesk"/>
              </a:rPr>
              <a:t>Lorem Ipsum</a:t>
            </a:r>
            <a:endParaRPr sz="800">
              <a:solidFill>
                <a:srgbClr val="D9D9D9"/>
              </a:solidFill>
              <a:latin typeface="Host Grotesk"/>
              <a:ea typeface="Host Grotesk"/>
              <a:cs typeface="Host Grotesk"/>
              <a:sym typeface="Host Grotesk"/>
            </a:endParaRPr>
          </a:p>
          <a:p>
            <a:pPr indent="0" lvl="0" marL="0" rtl="0" algn="l">
              <a:spcBef>
                <a:spcPts val="500"/>
              </a:spcBef>
              <a:spcAft>
                <a:spcPts val="500"/>
              </a:spcAft>
              <a:buClr>
                <a:schemeClr val="lt1"/>
              </a:buClr>
              <a:buSzPts val="1100"/>
              <a:buFont typeface="Arial"/>
              <a:buNone/>
            </a:pPr>
            <a:r>
              <a:t/>
            </a:r>
            <a:endParaRPr sz="800">
              <a:solidFill>
                <a:schemeClr val="dk1"/>
              </a:solidFill>
              <a:latin typeface="Host Grotesk"/>
              <a:ea typeface="Host Grotesk"/>
              <a:cs typeface="Host Grotesk"/>
              <a:sym typeface="Host Grotesk"/>
            </a:endParaRPr>
          </a:p>
        </p:txBody>
      </p:sp>
      <p:sp>
        <p:nvSpPr>
          <p:cNvPr id="128" name="Google Shape;128;p9"/>
          <p:cNvSpPr txBox="1"/>
          <p:nvPr/>
        </p:nvSpPr>
        <p:spPr>
          <a:xfrm>
            <a:off x="6179575" y="3430875"/>
            <a:ext cx="1575900" cy="10797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sz="900">
                <a:solidFill>
                  <a:schemeClr val="lt2"/>
                </a:solidFill>
                <a:latin typeface="Host Grotesk"/>
                <a:ea typeface="Host Grotesk"/>
                <a:cs typeface="Host Grotesk"/>
                <a:sym typeface="Host Grotesk"/>
              </a:rPr>
              <a:t>Donec vel cursus dolor. Nam eleifend feugiat justo et suscipit.</a:t>
            </a:r>
            <a:endParaRPr sz="900">
              <a:solidFill>
                <a:schemeClr val="lt2"/>
              </a:solidFill>
              <a:latin typeface="Host Grotesk"/>
              <a:ea typeface="Host Grotesk"/>
              <a:cs typeface="Host Grotesk"/>
              <a:sym typeface="Host Grotesk"/>
            </a:endParaRPr>
          </a:p>
        </p:txBody>
      </p:sp>
      <p:sp>
        <p:nvSpPr>
          <p:cNvPr id="129" name="Google Shape;129;p9"/>
          <p:cNvSpPr txBox="1"/>
          <p:nvPr/>
        </p:nvSpPr>
        <p:spPr>
          <a:xfrm>
            <a:off x="4696850" y="1070636"/>
            <a:ext cx="1244400" cy="640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900">
                <a:solidFill>
                  <a:schemeClr val="lt2"/>
                </a:solidFill>
                <a:latin typeface="Host Grotesk"/>
                <a:ea typeface="Host Grotesk"/>
                <a:cs typeface="Host Grotesk"/>
                <a:sym typeface="Host Grotesk"/>
              </a:rPr>
              <a:t>dolor sit amet, consectetur adipiscing elit. </a:t>
            </a:r>
            <a:endParaRPr sz="900">
              <a:solidFill>
                <a:schemeClr val="lt2"/>
              </a:solidFill>
              <a:latin typeface="Host Grotesk"/>
              <a:ea typeface="Host Grotesk"/>
              <a:cs typeface="Host Grotesk"/>
              <a:sym typeface="Host Grotesk"/>
            </a:endParaRPr>
          </a:p>
        </p:txBody>
      </p:sp>
      <p:sp>
        <p:nvSpPr>
          <p:cNvPr id="130" name="Google Shape;130;p9"/>
          <p:cNvSpPr txBox="1"/>
          <p:nvPr/>
        </p:nvSpPr>
        <p:spPr>
          <a:xfrm>
            <a:off x="7662300" y="1070636"/>
            <a:ext cx="12444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900">
                <a:solidFill>
                  <a:schemeClr val="lt2"/>
                </a:solidFill>
                <a:latin typeface="Host Grotesk"/>
                <a:ea typeface="Host Grotesk"/>
                <a:cs typeface="Host Grotesk"/>
                <a:sym typeface="Host Grotesk"/>
              </a:rPr>
              <a:t>Duis mattis orci ipsum, vel ornare sapien ullamcorper in. Fusce fringilla velit nisi, aliquet sodales nisl vehicula in.</a:t>
            </a:r>
            <a:endParaRPr sz="900">
              <a:solidFill>
                <a:schemeClr val="lt2"/>
              </a:solidFill>
              <a:latin typeface="Host Grotesk"/>
              <a:ea typeface="Host Grotesk"/>
              <a:cs typeface="Host Grotesk"/>
              <a:sym typeface="Host Grotesk"/>
            </a:endParaRPr>
          </a:p>
          <a:p>
            <a:pPr indent="0" lvl="0" marL="0" rtl="0" algn="l">
              <a:lnSpc>
                <a:spcPct val="100000"/>
              </a:lnSpc>
              <a:spcBef>
                <a:spcPts val="0"/>
              </a:spcBef>
              <a:spcAft>
                <a:spcPts val="0"/>
              </a:spcAft>
              <a:buNone/>
            </a:pPr>
            <a:r>
              <a:t/>
            </a:r>
            <a:endParaRPr sz="900">
              <a:solidFill>
                <a:schemeClr val="lt2"/>
              </a:solidFill>
              <a:latin typeface="Host Grotesk"/>
              <a:ea typeface="Host Grotesk"/>
              <a:cs typeface="Host Grotesk"/>
              <a:sym typeface="Host Grotesk"/>
            </a:endParaRPr>
          </a:p>
        </p:txBody>
      </p:sp>
      <p:cxnSp>
        <p:nvCxnSpPr>
          <p:cNvPr id="131" name="Google Shape;131;p9"/>
          <p:cNvCxnSpPr/>
          <p:nvPr/>
        </p:nvCxnSpPr>
        <p:spPr>
          <a:xfrm>
            <a:off x="4640244" y="1070973"/>
            <a:ext cx="0" cy="1509600"/>
          </a:xfrm>
          <a:prstGeom prst="straightConnector1">
            <a:avLst/>
          </a:prstGeom>
          <a:noFill/>
          <a:ln cap="flat" cmpd="sng" w="9525">
            <a:solidFill>
              <a:srgbClr val="D9D9D9"/>
            </a:solidFill>
            <a:prstDash val="solid"/>
            <a:round/>
            <a:headEnd len="med" w="med" type="none"/>
            <a:tailEnd len="med" w="med" type="none"/>
          </a:ln>
        </p:spPr>
      </p:cxnSp>
      <p:sp>
        <p:nvSpPr>
          <p:cNvPr id="132" name="Google Shape;132;p9"/>
          <p:cNvSpPr txBox="1"/>
          <p:nvPr/>
        </p:nvSpPr>
        <p:spPr>
          <a:xfrm>
            <a:off x="777525" y="4539711"/>
            <a:ext cx="120600" cy="14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600">
                <a:solidFill>
                  <a:srgbClr val="666666"/>
                </a:solidFill>
                <a:latin typeface="JetBrains Mono ExtraLight"/>
                <a:ea typeface="JetBrains Mono ExtraLight"/>
                <a:cs typeface="JetBrains Mono ExtraLight"/>
                <a:sym typeface="JetBrains Mono ExtraLight"/>
              </a:rPr>
              <a:t>01</a:t>
            </a:r>
            <a:endParaRPr sz="700">
              <a:solidFill>
                <a:srgbClr val="666666"/>
              </a:solidFill>
              <a:latin typeface="JetBrains Mono ExtraLight"/>
              <a:ea typeface="JetBrains Mono ExtraLight"/>
              <a:cs typeface="JetBrains Mono ExtraLight"/>
              <a:sym typeface="JetBrains Mono ExtraLight"/>
            </a:endParaRPr>
          </a:p>
        </p:txBody>
      </p:sp>
      <p:sp>
        <p:nvSpPr>
          <p:cNvPr id="133" name="Google Shape;133;p9"/>
          <p:cNvSpPr/>
          <p:nvPr/>
        </p:nvSpPr>
        <p:spPr>
          <a:xfrm>
            <a:off x="898125" y="4561611"/>
            <a:ext cx="54300" cy="543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34" name="Google Shape;134;p9"/>
          <p:cNvSpPr txBox="1"/>
          <p:nvPr/>
        </p:nvSpPr>
        <p:spPr>
          <a:xfrm>
            <a:off x="5985118" y="4543484"/>
            <a:ext cx="143100" cy="14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600">
                <a:solidFill>
                  <a:srgbClr val="666666"/>
                </a:solidFill>
                <a:latin typeface="JetBrains Mono ExtraLight"/>
                <a:ea typeface="JetBrains Mono ExtraLight"/>
                <a:cs typeface="JetBrains Mono ExtraLight"/>
                <a:sym typeface="JetBrains Mono ExtraLight"/>
              </a:rPr>
              <a:t>03</a:t>
            </a:r>
            <a:endParaRPr sz="700">
              <a:solidFill>
                <a:srgbClr val="666666"/>
              </a:solidFill>
              <a:latin typeface="JetBrains Mono ExtraLight"/>
              <a:ea typeface="JetBrains Mono ExtraLight"/>
              <a:cs typeface="JetBrains Mono ExtraLight"/>
              <a:sym typeface="JetBrains Mono ExtraLight"/>
            </a:endParaRPr>
          </a:p>
        </p:txBody>
      </p:sp>
      <p:sp>
        <p:nvSpPr>
          <p:cNvPr id="135" name="Google Shape;135;p9"/>
          <p:cNvSpPr/>
          <p:nvPr/>
        </p:nvSpPr>
        <p:spPr>
          <a:xfrm>
            <a:off x="6105718" y="4565384"/>
            <a:ext cx="54300" cy="543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36" name="Google Shape;136;p9"/>
          <p:cNvSpPr txBox="1"/>
          <p:nvPr/>
        </p:nvSpPr>
        <p:spPr>
          <a:xfrm>
            <a:off x="4490194" y="940417"/>
            <a:ext cx="143100" cy="14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600">
                <a:solidFill>
                  <a:srgbClr val="666666"/>
                </a:solidFill>
                <a:latin typeface="JetBrains Mono ExtraLight"/>
                <a:ea typeface="JetBrains Mono ExtraLight"/>
                <a:cs typeface="JetBrains Mono ExtraLight"/>
                <a:sym typeface="JetBrains Mono ExtraLight"/>
              </a:rPr>
              <a:t>02</a:t>
            </a:r>
            <a:endParaRPr sz="700">
              <a:solidFill>
                <a:srgbClr val="666666"/>
              </a:solidFill>
              <a:latin typeface="JetBrains Mono ExtraLight"/>
              <a:ea typeface="JetBrains Mono ExtraLight"/>
              <a:cs typeface="JetBrains Mono ExtraLight"/>
              <a:sym typeface="JetBrains Mono ExtraLight"/>
            </a:endParaRPr>
          </a:p>
        </p:txBody>
      </p:sp>
      <p:sp>
        <p:nvSpPr>
          <p:cNvPr id="137" name="Google Shape;137;p9"/>
          <p:cNvSpPr/>
          <p:nvPr/>
        </p:nvSpPr>
        <p:spPr>
          <a:xfrm>
            <a:off x="4610794" y="962317"/>
            <a:ext cx="54300" cy="543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38" name="Google Shape;138;p9"/>
          <p:cNvSpPr txBox="1"/>
          <p:nvPr/>
        </p:nvSpPr>
        <p:spPr>
          <a:xfrm>
            <a:off x="7461214" y="940417"/>
            <a:ext cx="143100" cy="14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600">
                <a:solidFill>
                  <a:srgbClr val="666666"/>
                </a:solidFill>
                <a:latin typeface="JetBrains Mono ExtraLight"/>
                <a:ea typeface="JetBrains Mono ExtraLight"/>
                <a:cs typeface="JetBrains Mono ExtraLight"/>
                <a:sym typeface="JetBrains Mono ExtraLight"/>
              </a:rPr>
              <a:t>04</a:t>
            </a:r>
            <a:endParaRPr sz="700">
              <a:solidFill>
                <a:srgbClr val="666666"/>
              </a:solidFill>
              <a:latin typeface="JetBrains Mono ExtraLight"/>
              <a:ea typeface="JetBrains Mono ExtraLight"/>
              <a:cs typeface="JetBrains Mono ExtraLight"/>
              <a:sym typeface="JetBrains Mono ExtraLight"/>
            </a:endParaRPr>
          </a:p>
        </p:txBody>
      </p:sp>
      <p:sp>
        <p:nvSpPr>
          <p:cNvPr id="139" name="Google Shape;139;p9"/>
          <p:cNvSpPr/>
          <p:nvPr/>
        </p:nvSpPr>
        <p:spPr>
          <a:xfrm>
            <a:off x="7581814" y="962317"/>
            <a:ext cx="54300" cy="543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14" name="Google Shape;114;p9"/>
          <p:cNvSpPr/>
          <p:nvPr/>
        </p:nvSpPr>
        <p:spPr>
          <a:xfrm>
            <a:off x="898669" y="2625218"/>
            <a:ext cx="54300" cy="54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40" name="Google Shape;140;p9"/>
          <p:cNvSpPr/>
          <p:nvPr/>
        </p:nvSpPr>
        <p:spPr>
          <a:xfrm>
            <a:off x="4610794" y="2625218"/>
            <a:ext cx="54300" cy="54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41" name="Google Shape;141;p9"/>
          <p:cNvSpPr/>
          <p:nvPr/>
        </p:nvSpPr>
        <p:spPr>
          <a:xfrm>
            <a:off x="6102019" y="2625218"/>
            <a:ext cx="54300" cy="54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17" name="Google Shape;117;p9"/>
          <p:cNvSpPr/>
          <p:nvPr/>
        </p:nvSpPr>
        <p:spPr>
          <a:xfrm>
            <a:off x="7581263" y="2625218"/>
            <a:ext cx="54300" cy="54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42" name="Google Shape;142;p9"/>
          <p:cNvSpPr/>
          <p:nvPr/>
        </p:nvSpPr>
        <p:spPr>
          <a:xfrm>
            <a:off x="8168300" y="2646400"/>
            <a:ext cx="975600" cy="63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Host Grotesk"/>
              <a:ea typeface="Host Grotesk"/>
              <a:cs typeface="Host Grotesk"/>
              <a:sym typeface="Host Grotesk"/>
            </a:endParaRPr>
          </a:p>
        </p:txBody>
      </p:sp>
      <p:sp>
        <p:nvSpPr>
          <p:cNvPr id="143" name="Google Shape;143;p9"/>
          <p:cNvSpPr txBox="1"/>
          <p:nvPr>
            <p:ph type="title"/>
          </p:nvPr>
        </p:nvSpPr>
        <p:spPr>
          <a:xfrm>
            <a:off x="747000" y="257600"/>
            <a:ext cx="7421400" cy="3936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0"/>
          <p:cNvSpPr txBox="1"/>
          <p:nvPr/>
        </p:nvSpPr>
        <p:spPr>
          <a:xfrm>
            <a:off x="7331450" y="4924149"/>
            <a:ext cx="1575900" cy="97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lt1"/>
              </a:buClr>
              <a:buSzPts val="1100"/>
              <a:buFont typeface="Arial"/>
              <a:buNone/>
            </a:pPr>
            <a:r>
              <a:rPr lang="en" sz="600">
                <a:solidFill>
                  <a:schemeClr val="lt2"/>
                </a:solidFill>
                <a:latin typeface="Manrope"/>
                <a:ea typeface="Manrope"/>
                <a:cs typeface="Manrope"/>
                <a:sym typeface="Manrope"/>
              </a:rPr>
              <a:t>Confidential  |  ©2025 Scale Inc.</a:t>
            </a:r>
            <a:endParaRPr sz="600">
              <a:solidFill>
                <a:schemeClr val="lt2"/>
              </a:solidFill>
              <a:latin typeface="Manrope"/>
              <a:ea typeface="Manrope"/>
              <a:cs typeface="Manrope"/>
              <a:sym typeface="Manrope"/>
            </a:endParaRPr>
          </a:p>
        </p:txBody>
      </p:sp>
      <p:sp>
        <p:nvSpPr>
          <p:cNvPr id="149" name="Google Shape;149;p10"/>
          <p:cNvSpPr txBox="1"/>
          <p:nvPr/>
        </p:nvSpPr>
        <p:spPr>
          <a:xfrm>
            <a:off x="236575" y="648049"/>
            <a:ext cx="1994400" cy="4061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100">
                <a:solidFill>
                  <a:schemeClr val="dk1"/>
                </a:solidFill>
                <a:latin typeface="Host Grotesk Light"/>
                <a:ea typeface="Host Grotesk Light"/>
                <a:cs typeface="Host Grotesk Light"/>
                <a:sym typeface="Host Grotesk Light"/>
              </a:rPr>
              <a:t>dolor sit amet, consectetur adipiscing elit. Duis mattis orci ipsum, vel ornare sapien ullamcorper in.</a:t>
            </a:r>
            <a:endParaRPr sz="1100">
              <a:solidFill>
                <a:srgbClr val="D9D9D9"/>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Fusce fringilla velit nisi, aliquet sodales nisl vehicula in. Donec vel cursus dolor.</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Nam eleifend feugiat justo et suscipit. Praesent ac interdum est, nec lacinia risus. Cras placerat malesuada accumsan.</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Praesent quis condimentum neque, nec pulvinar sem.</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Pellentesque finibus, nisi rhoncus commodo facilisis, metus justo sagittis purus, nec accumsan urna diam quis dui.</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In gravida lobortis porttitor.</a:t>
            </a:r>
            <a:endParaRPr sz="900">
              <a:solidFill>
                <a:schemeClr val="lt2"/>
              </a:solidFill>
              <a:latin typeface="Host Grotesk Light"/>
              <a:ea typeface="Host Grotesk Light"/>
              <a:cs typeface="Host Grotesk Light"/>
              <a:sym typeface="Host Grotesk Light"/>
            </a:endParaRPr>
          </a:p>
          <a:p>
            <a:pPr indent="0" lvl="0" marL="457200" rtl="0" algn="l">
              <a:lnSpc>
                <a:spcPct val="115000"/>
              </a:lnSpc>
              <a:spcBef>
                <a:spcPts val="0"/>
              </a:spcBef>
              <a:spcAft>
                <a:spcPts val="0"/>
              </a:spcAft>
              <a:buNone/>
            </a:pPr>
            <a:r>
              <a:t/>
            </a:r>
            <a:endParaRPr sz="900">
              <a:solidFill>
                <a:schemeClr val="lt2"/>
              </a:solidFill>
              <a:latin typeface="Host Grotesk Light"/>
              <a:ea typeface="Host Grotesk Light"/>
              <a:cs typeface="Host Grotesk Light"/>
              <a:sym typeface="Host Grotesk Light"/>
            </a:endParaRPr>
          </a:p>
        </p:txBody>
      </p:sp>
      <p:sp>
        <p:nvSpPr>
          <p:cNvPr id="150" name="Google Shape;150;p10"/>
          <p:cNvSpPr/>
          <p:nvPr/>
        </p:nvSpPr>
        <p:spPr>
          <a:xfrm>
            <a:off x="2462450" y="648175"/>
            <a:ext cx="6444900" cy="4061700"/>
          </a:xfrm>
          <a:prstGeom prst="roundRect">
            <a:avLst>
              <a:gd fmla="val 27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1" name="Google Shape;151;p10"/>
          <p:cNvSpPr txBox="1"/>
          <p:nvPr>
            <p:ph type="title"/>
          </p:nvPr>
        </p:nvSpPr>
        <p:spPr>
          <a:xfrm>
            <a:off x="747000" y="257600"/>
            <a:ext cx="7421400" cy="3936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1"/>
          <p:cNvSpPr txBox="1"/>
          <p:nvPr/>
        </p:nvSpPr>
        <p:spPr>
          <a:xfrm>
            <a:off x="7331450" y="4924149"/>
            <a:ext cx="1575900" cy="97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lt1"/>
              </a:buClr>
              <a:buSzPts val="1100"/>
              <a:buFont typeface="Arial"/>
              <a:buNone/>
            </a:pPr>
            <a:r>
              <a:rPr lang="en" sz="600">
                <a:solidFill>
                  <a:schemeClr val="lt2"/>
                </a:solidFill>
                <a:latin typeface="Manrope"/>
                <a:ea typeface="Manrope"/>
                <a:cs typeface="Manrope"/>
                <a:sym typeface="Manrope"/>
              </a:rPr>
              <a:t>Confidential  |  ©2025 Scale Inc.</a:t>
            </a:r>
            <a:endParaRPr sz="600">
              <a:solidFill>
                <a:schemeClr val="lt2"/>
              </a:solidFill>
              <a:latin typeface="Manrope"/>
              <a:ea typeface="Manrope"/>
              <a:cs typeface="Manrope"/>
              <a:sym typeface="Manrope"/>
            </a:endParaRPr>
          </a:p>
        </p:txBody>
      </p:sp>
      <p:sp>
        <p:nvSpPr>
          <p:cNvPr id="157" name="Google Shape;157;p11"/>
          <p:cNvSpPr txBox="1"/>
          <p:nvPr/>
        </p:nvSpPr>
        <p:spPr>
          <a:xfrm>
            <a:off x="236575" y="648050"/>
            <a:ext cx="2739600" cy="4061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100">
                <a:solidFill>
                  <a:schemeClr val="dk1"/>
                </a:solidFill>
                <a:latin typeface="Host Grotesk Light"/>
                <a:ea typeface="Host Grotesk Light"/>
                <a:cs typeface="Host Grotesk Light"/>
                <a:sym typeface="Host Grotesk Light"/>
              </a:rPr>
              <a:t>dolor sit amet, consectetur adipiscing elit. Duis mattis orci ipsum, vel ornare sapien ullamcorper in.</a:t>
            </a:r>
            <a:endParaRPr sz="1100">
              <a:solidFill>
                <a:srgbClr val="D9D9D9"/>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Fusce fringilla velit nisi, aliquet sodales nisl vehicula in. Donec vel cursus dolor.</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Nam eleifend feugiat justo et suscipit. Praesent ac interdum est, nec lacinia risus. Cras placerat malesuada accumsan.</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Praesent quis condimentum neque, nec pulvinar sem.</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Pellentesque finibus, nisi rhoncus commodo facilisis, metus justo sagittis purus, nec accumsan urna diam quis dui.</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In gravida lobortis porttitor.</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Etiam molestie congue elit, mattis semper leo sodales vitae.</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Sed nec porta eros. Sed libero dui, lacinia non maximus vel, aliquam at nulla</a:t>
            </a:r>
            <a:endParaRPr sz="900">
              <a:solidFill>
                <a:schemeClr val="lt2"/>
              </a:solidFill>
              <a:latin typeface="Host Grotesk Light"/>
              <a:ea typeface="Host Grotesk Light"/>
              <a:cs typeface="Host Grotesk Light"/>
              <a:sym typeface="Host Grotesk Light"/>
            </a:endParaRPr>
          </a:p>
          <a:p>
            <a:pPr indent="0" lvl="0" marL="457200" rtl="0" algn="l">
              <a:lnSpc>
                <a:spcPct val="115000"/>
              </a:lnSpc>
              <a:spcBef>
                <a:spcPts val="0"/>
              </a:spcBef>
              <a:spcAft>
                <a:spcPts val="0"/>
              </a:spcAft>
              <a:buNone/>
            </a:pPr>
            <a:r>
              <a:t/>
            </a:r>
            <a:endParaRPr sz="900">
              <a:solidFill>
                <a:schemeClr val="lt2"/>
              </a:solidFill>
              <a:latin typeface="Host Grotesk Light"/>
              <a:ea typeface="Host Grotesk Light"/>
              <a:cs typeface="Host Grotesk Light"/>
              <a:sym typeface="Host Grotesk Light"/>
            </a:endParaRPr>
          </a:p>
        </p:txBody>
      </p:sp>
      <p:sp>
        <p:nvSpPr>
          <p:cNvPr id="158" name="Google Shape;158;p11"/>
          <p:cNvSpPr/>
          <p:nvPr/>
        </p:nvSpPr>
        <p:spPr>
          <a:xfrm>
            <a:off x="3202875" y="648175"/>
            <a:ext cx="5704500" cy="4061700"/>
          </a:xfrm>
          <a:prstGeom prst="roundRect">
            <a:avLst>
              <a:gd fmla="val 27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9" name="Google Shape;159;p11"/>
          <p:cNvSpPr txBox="1"/>
          <p:nvPr>
            <p:ph type="title"/>
          </p:nvPr>
        </p:nvSpPr>
        <p:spPr>
          <a:xfrm>
            <a:off x="747000" y="257600"/>
            <a:ext cx="7421400" cy="3936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2"/>
          <p:cNvSpPr txBox="1"/>
          <p:nvPr/>
        </p:nvSpPr>
        <p:spPr>
          <a:xfrm>
            <a:off x="7331450" y="4924149"/>
            <a:ext cx="1575900" cy="97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lt1"/>
              </a:buClr>
              <a:buSzPts val="1100"/>
              <a:buFont typeface="Arial"/>
              <a:buNone/>
            </a:pPr>
            <a:r>
              <a:rPr lang="en" sz="600">
                <a:solidFill>
                  <a:schemeClr val="lt2"/>
                </a:solidFill>
                <a:latin typeface="Manrope"/>
                <a:ea typeface="Manrope"/>
                <a:cs typeface="Manrope"/>
                <a:sym typeface="Manrope"/>
              </a:rPr>
              <a:t>Confidential  |  ©2025 Scale Inc.</a:t>
            </a:r>
            <a:endParaRPr sz="600">
              <a:solidFill>
                <a:schemeClr val="lt2"/>
              </a:solidFill>
              <a:latin typeface="Manrope"/>
              <a:ea typeface="Manrope"/>
              <a:cs typeface="Manrope"/>
              <a:sym typeface="Manrope"/>
            </a:endParaRPr>
          </a:p>
        </p:txBody>
      </p:sp>
      <p:sp>
        <p:nvSpPr>
          <p:cNvPr id="165" name="Google Shape;165;p12"/>
          <p:cNvSpPr txBox="1"/>
          <p:nvPr/>
        </p:nvSpPr>
        <p:spPr>
          <a:xfrm>
            <a:off x="236575" y="648050"/>
            <a:ext cx="3478500" cy="4061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100">
                <a:solidFill>
                  <a:schemeClr val="dk1"/>
                </a:solidFill>
                <a:latin typeface="Host Grotesk Light"/>
                <a:ea typeface="Host Grotesk Light"/>
                <a:cs typeface="Host Grotesk Light"/>
                <a:sym typeface="Host Grotesk Light"/>
              </a:rPr>
              <a:t>dolor sit amet, consectetur adipiscing elit. Duis mattis orci ipsum, vel ornare sapien ullamcorper in.</a:t>
            </a:r>
            <a:endParaRPr sz="1100">
              <a:solidFill>
                <a:srgbClr val="D9D9D9"/>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Fusce fringilla velit nisi, aliquet sodales nisl vehicula in. Donec vel cursus dolor.</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Nam eleifend feugiat justo et suscipit. Praesent ac interdum est, nec lacinia risus. Cras placerat malesuada accumsan.</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Praesent quis condimentum neque, nec pulvinar sem.</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Pellentesque finibus, nisi rhoncus commodo facilisis, metus justo sagittis purus, nec accumsan urna diam quis dui.</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In gravida lobortis porttitor.</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Etiam molestie congue elit, mattis semper leo sodales vitae.</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Sed nec porta eros. Sed libero dui, lacinia non maximus vel, aliquam at nulla</a:t>
            </a:r>
            <a:endParaRPr sz="900">
              <a:solidFill>
                <a:schemeClr val="lt2"/>
              </a:solidFill>
              <a:latin typeface="Host Grotesk Light"/>
              <a:ea typeface="Host Grotesk Light"/>
              <a:cs typeface="Host Grotesk Light"/>
              <a:sym typeface="Host Grotesk Light"/>
            </a:endParaRPr>
          </a:p>
          <a:p>
            <a:pPr indent="0" lvl="0" marL="457200" rtl="0" algn="l">
              <a:lnSpc>
                <a:spcPct val="115000"/>
              </a:lnSpc>
              <a:spcBef>
                <a:spcPts val="0"/>
              </a:spcBef>
              <a:spcAft>
                <a:spcPts val="0"/>
              </a:spcAft>
              <a:buNone/>
            </a:pPr>
            <a:r>
              <a:t/>
            </a:r>
            <a:endParaRPr sz="900">
              <a:solidFill>
                <a:srgbClr val="999999"/>
              </a:solidFill>
              <a:latin typeface="Host Grotesk Light"/>
              <a:ea typeface="Host Grotesk Light"/>
              <a:cs typeface="Host Grotesk Light"/>
              <a:sym typeface="Host Grotesk Light"/>
            </a:endParaRPr>
          </a:p>
        </p:txBody>
      </p:sp>
      <p:sp>
        <p:nvSpPr>
          <p:cNvPr id="166" name="Google Shape;166;p12"/>
          <p:cNvSpPr/>
          <p:nvPr/>
        </p:nvSpPr>
        <p:spPr>
          <a:xfrm>
            <a:off x="3947350" y="648175"/>
            <a:ext cx="4959900" cy="4061700"/>
          </a:xfrm>
          <a:prstGeom prst="roundRect">
            <a:avLst>
              <a:gd fmla="val 27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7" name="Google Shape;167;p12"/>
          <p:cNvSpPr txBox="1"/>
          <p:nvPr>
            <p:ph type="title"/>
          </p:nvPr>
        </p:nvSpPr>
        <p:spPr>
          <a:xfrm>
            <a:off x="747000" y="257600"/>
            <a:ext cx="7421400" cy="3936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13"/>
          <p:cNvSpPr/>
          <p:nvPr/>
        </p:nvSpPr>
        <p:spPr>
          <a:xfrm>
            <a:off x="283884" y="1674063"/>
            <a:ext cx="544800" cy="544800"/>
          </a:xfrm>
          <a:prstGeom prst="ellipse">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01</a:t>
            </a:r>
            <a:endParaRPr sz="1800">
              <a:solidFill>
                <a:schemeClr val="lt1"/>
              </a:solidFill>
              <a:latin typeface="Manrope"/>
              <a:ea typeface="Manrope"/>
              <a:cs typeface="Manrope"/>
              <a:sym typeface="Manrope"/>
            </a:endParaRPr>
          </a:p>
        </p:txBody>
      </p:sp>
      <p:cxnSp>
        <p:nvCxnSpPr>
          <p:cNvPr id="173" name="Google Shape;173;p13"/>
          <p:cNvCxnSpPr/>
          <p:nvPr/>
        </p:nvCxnSpPr>
        <p:spPr>
          <a:xfrm>
            <a:off x="283850" y="2337356"/>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174" name="Google Shape;174;p13"/>
          <p:cNvCxnSpPr/>
          <p:nvPr/>
        </p:nvCxnSpPr>
        <p:spPr>
          <a:xfrm>
            <a:off x="283850" y="1555584"/>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175" name="Google Shape;175;p13"/>
          <p:cNvCxnSpPr/>
          <p:nvPr/>
        </p:nvCxnSpPr>
        <p:spPr>
          <a:xfrm>
            <a:off x="283850" y="3900899"/>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176" name="Google Shape;176;p13"/>
          <p:cNvCxnSpPr/>
          <p:nvPr/>
        </p:nvCxnSpPr>
        <p:spPr>
          <a:xfrm>
            <a:off x="283850" y="3119127"/>
            <a:ext cx="8573100" cy="0"/>
          </a:xfrm>
          <a:prstGeom prst="straightConnector1">
            <a:avLst/>
          </a:prstGeom>
          <a:noFill/>
          <a:ln cap="flat" cmpd="sng" w="9525">
            <a:solidFill>
              <a:schemeClr val="dk2"/>
            </a:solidFill>
            <a:prstDash val="solid"/>
            <a:round/>
            <a:headEnd len="med" w="med" type="none"/>
            <a:tailEnd len="med" w="med" type="none"/>
          </a:ln>
        </p:spPr>
      </p:cxnSp>
      <p:sp>
        <p:nvSpPr>
          <p:cNvPr id="177" name="Google Shape;177;p13"/>
          <p:cNvSpPr/>
          <p:nvPr/>
        </p:nvSpPr>
        <p:spPr>
          <a:xfrm>
            <a:off x="283884" y="2455825"/>
            <a:ext cx="544800" cy="544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02</a:t>
            </a:r>
            <a:endParaRPr sz="1800">
              <a:solidFill>
                <a:schemeClr val="lt1"/>
              </a:solidFill>
              <a:latin typeface="Manrope"/>
              <a:ea typeface="Manrope"/>
              <a:cs typeface="Manrope"/>
              <a:sym typeface="Manrope"/>
            </a:endParaRPr>
          </a:p>
        </p:txBody>
      </p:sp>
      <p:sp>
        <p:nvSpPr>
          <p:cNvPr id="178" name="Google Shape;178;p13"/>
          <p:cNvSpPr/>
          <p:nvPr/>
        </p:nvSpPr>
        <p:spPr>
          <a:xfrm>
            <a:off x="283884" y="3237613"/>
            <a:ext cx="544800" cy="544800"/>
          </a:xfrm>
          <a:prstGeom prst="ellipse">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03</a:t>
            </a:r>
            <a:endParaRPr sz="1800">
              <a:solidFill>
                <a:schemeClr val="lt1"/>
              </a:solidFill>
              <a:latin typeface="Manrope"/>
              <a:ea typeface="Manrope"/>
              <a:cs typeface="Manrope"/>
              <a:sym typeface="Manrope"/>
            </a:endParaRPr>
          </a:p>
        </p:txBody>
      </p:sp>
      <p:sp>
        <p:nvSpPr>
          <p:cNvPr id="179" name="Google Shape;179;p13"/>
          <p:cNvSpPr/>
          <p:nvPr/>
        </p:nvSpPr>
        <p:spPr>
          <a:xfrm>
            <a:off x="283884" y="4019375"/>
            <a:ext cx="544800" cy="5448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04</a:t>
            </a:r>
            <a:endParaRPr sz="1800">
              <a:solidFill>
                <a:schemeClr val="lt1"/>
              </a:solidFill>
              <a:latin typeface="Manrope"/>
              <a:ea typeface="Manrope"/>
              <a:cs typeface="Manrope"/>
              <a:sym typeface="Manrope"/>
            </a:endParaRPr>
          </a:p>
        </p:txBody>
      </p:sp>
      <p:sp>
        <p:nvSpPr>
          <p:cNvPr id="180" name="Google Shape;180;p13"/>
          <p:cNvSpPr txBox="1"/>
          <p:nvPr/>
        </p:nvSpPr>
        <p:spPr>
          <a:xfrm>
            <a:off x="1125100" y="2345400"/>
            <a:ext cx="35973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lt2"/>
                </a:solidFill>
                <a:latin typeface="Host Grotesk"/>
                <a:ea typeface="Host Grotesk"/>
                <a:cs typeface="Host Grotesk"/>
                <a:sym typeface="Host Grotesk"/>
              </a:rPr>
              <a:t>Topic 2</a:t>
            </a:r>
            <a:endParaRPr sz="1700">
              <a:solidFill>
                <a:schemeClr val="lt2"/>
              </a:solidFill>
              <a:latin typeface="Host Grotesk"/>
              <a:ea typeface="Host Grotesk"/>
              <a:cs typeface="Host Grotesk"/>
              <a:sym typeface="Host Grotesk"/>
            </a:endParaRPr>
          </a:p>
        </p:txBody>
      </p:sp>
      <p:sp>
        <p:nvSpPr>
          <p:cNvPr id="181" name="Google Shape;181;p13"/>
          <p:cNvSpPr txBox="1"/>
          <p:nvPr/>
        </p:nvSpPr>
        <p:spPr>
          <a:xfrm flipH="1">
            <a:off x="6801950" y="2345400"/>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lt2"/>
                </a:solidFill>
                <a:latin typeface="Host Grotesk"/>
                <a:ea typeface="Host Grotesk"/>
                <a:cs typeface="Host Grotesk"/>
                <a:sym typeface="Host Grotesk"/>
              </a:rPr>
              <a:t>15 minutes</a:t>
            </a:r>
            <a:endParaRPr>
              <a:solidFill>
                <a:schemeClr val="lt2"/>
              </a:solidFill>
              <a:latin typeface="Host Grotesk"/>
              <a:ea typeface="Host Grotesk"/>
              <a:cs typeface="Host Grotesk"/>
              <a:sym typeface="Host Grotesk"/>
            </a:endParaRPr>
          </a:p>
        </p:txBody>
      </p:sp>
      <p:sp>
        <p:nvSpPr>
          <p:cNvPr id="182" name="Google Shape;182;p13"/>
          <p:cNvSpPr txBox="1"/>
          <p:nvPr/>
        </p:nvSpPr>
        <p:spPr>
          <a:xfrm>
            <a:off x="1125100" y="1555600"/>
            <a:ext cx="37467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lt2"/>
                </a:solidFill>
                <a:latin typeface="Host Grotesk"/>
                <a:ea typeface="Host Grotesk"/>
                <a:cs typeface="Host Grotesk"/>
                <a:sym typeface="Host Grotesk"/>
              </a:rPr>
              <a:t>Topic 1</a:t>
            </a:r>
            <a:endParaRPr sz="1700">
              <a:solidFill>
                <a:schemeClr val="lt2"/>
              </a:solidFill>
              <a:latin typeface="Host Grotesk"/>
              <a:ea typeface="Host Grotesk"/>
              <a:cs typeface="Host Grotesk"/>
              <a:sym typeface="Host Grotesk"/>
            </a:endParaRPr>
          </a:p>
        </p:txBody>
      </p:sp>
      <p:sp>
        <p:nvSpPr>
          <p:cNvPr id="183" name="Google Shape;183;p13"/>
          <p:cNvSpPr txBox="1"/>
          <p:nvPr/>
        </p:nvSpPr>
        <p:spPr>
          <a:xfrm flipH="1">
            <a:off x="6801950" y="1555600"/>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lt2"/>
                </a:solidFill>
                <a:latin typeface="Host Grotesk"/>
                <a:ea typeface="Host Grotesk"/>
                <a:cs typeface="Host Grotesk"/>
                <a:sym typeface="Host Grotesk"/>
              </a:rPr>
              <a:t>30 minutes</a:t>
            </a:r>
            <a:endParaRPr>
              <a:solidFill>
                <a:schemeClr val="lt2"/>
              </a:solidFill>
              <a:latin typeface="Host Grotesk"/>
              <a:ea typeface="Host Grotesk"/>
              <a:cs typeface="Host Grotesk"/>
              <a:sym typeface="Host Grotesk"/>
            </a:endParaRPr>
          </a:p>
        </p:txBody>
      </p:sp>
      <p:sp>
        <p:nvSpPr>
          <p:cNvPr id="184" name="Google Shape;184;p13"/>
          <p:cNvSpPr txBox="1"/>
          <p:nvPr/>
        </p:nvSpPr>
        <p:spPr>
          <a:xfrm>
            <a:off x="1125100" y="3123175"/>
            <a:ext cx="38055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lt2"/>
                </a:solidFill>
                <a:latin typeface="Host Grotesk"/>
                <a:ea typeface="Host Grotesk"/>
                <a:cs typeface="Host Grotesk"/>
                <a:sym typeface="Host Grotesk"/>
              </a:rPr>
              <a:t>Topic 3</a:t>
            </a:r>
            <a:endParaRPr sz="1700">
              <a:solidFill>
                <a:schemeClr val="lt2"/>
              </a:solidFill>
              <a:latin typeface="Host Grotesk"/>
              <a:ea typeface="Host Grotesk"/>
              <a:cs typeface="Host Grotesk"/>
              <a:sym typeface="Host Grotesk"/>
            </a:endParaRPr>
          </a:p>
        </p:txBody>
      </p:sp>
      <p:sp>
        <p:nvSpPr>
          <p:cNvPr id="185" name="Google Shape;185;p13"/>
          <p:cNvSpPr txBox="1"/>
          <p:nvPr/>
        </p:nvSpPr>
        <p:spPr>
          <a:xfrm flipH="1">
            <a:off x="6801950" y="3123163"/>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lt2"/>
                </a:solidFill>
                <a:latin typeface="Host Grotesk"/>
                <a:ea typeface="Host Grotesk"/>
                <a:cs typeface="Host Grotesk"/>
                <a:sym typeface="Host Grotesk"/>
              </a:rPr>
              <a:t>60 minutes</a:t>
            </a:r>
            <a:endParaRPr>
              <a:solidFill>
                <a:schemeClr val="lt2"/>
              </a:solidFill>
              <a:latin typeface="Host Grotesk"/>
              <a:ea typeface="Host Grotesk"/>
              <a:cs typeface="Host Grotesk"/>
              <a:sym typeface="Host Grotesk"/>
            </a:endParaRPr>
          </a:p>
        </p:txBody>
      </p:sp>
      <p:sp>
        <p:nvSpPr>
          <p:cNvPr id="186" name="Google Shape;186;p13"/>
          <p:cNvSpPr txBox="1"/>
          <p:nvPr/>
        </p:nvSpPr>
        <p:spPr>
          <a:xfrm flipH="1">
            <a:off x="6801950" y="3902913"/>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lt2"/>
                </a:solidFill>
                <a:latin typeface="Host Grotesk"/>
                <a:ea typeface="Host Grotesk"/>
                <a:cs typeface="Host Grotesk"/>
                <a:sym typeface="Host Grotesk"/>
              </a:rPr>
              <a:t>15 minutes</a:t>
            </a:r>
            <a:endParaRPr>
              <a:solidFill>
                <a:schemeClr val="lt2"/>
              </a:solidFill>
              <a:latin typeface="Host Grotesk"/>
              <a:ea typeface="Host Grotesk"/>
              <a:cs typeface="Host Grotesk"/>
              <a:sym typeface="Host Grotesk"/>
            </a:endParaRPr>
          </a:p>
        </p:txBody>
      </p:sp>
      <p:cxnSp>
        <p:nvCxnSpPr>
          <p:cNvPr id="187" name="Google Shape;187;p13"/>
          <p:cNvCxnSpPr/>
          <p:nvPr/>
        </p:nvCxnSpPr>
        <p:spPr>
          <a:xfrm>
            <a:off x="283850" y="4682671"/>
            <a:ext cx="8573100" cy="0"/>
          </a:xfrm>
          <a:prstGeom prst="straightConnector1">
            <a:avLst/>
          </a:prstGeom>
          <a:noFill/>
          <a:ln cap="flat" cmpd="sng" w="9525">
            <a:solidFill>
              <a:schemeClr val="dk2"/>
            </a:solidFill>
            <a:prstDash val="solid"/>
            <a:round/>
            <a:headEnd len="med" w="med" type="none"/>
            <a:tailEnd len="med" w="med" type="none"/>
          </a:ln>
        </p:spPr>
      </p:cxnSp>
      <p:sp>
        <p:nvSpPr>
          <p:cNvPr id="188" name="Google Shape;188;p13"/>
          <p:cNvSpPr txBox="1"/>
          <p:nvPr/>
        </p:nvSpPr>
        <p:spPr>
          <a:xfrm>
            <a:off x="1125100" y="3902925"/>
            <a:ext cx="3805500" cy="773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700">
                <a:solidFill>
                  <a:schemeClr val="lt2"/>
                </a:solidFill>
                <a:latin typeface="Host Grotesk"/>
                <a:ea typeface="Host Grotesk"/>
                <a:cs typeface="Host Grotesk"/>
                <a:sym typeface="Host Grotesk"/>
              </a:rPr>
              <a:t>Appendix</a:t>
            </a:r>
            <a:endParaRPr sz="1700">
              <a:solidFill>
                <a:schemeClr val="lt2"/>
              </a:solidFill>
              <a:latin typeface="Host Grotesk"/>
              <a:ea typeface="Host Grotesk"/>
              <a:cs typeface="Host Grotesk"/>
              <a:sym typeface="Host Grotesk"/>
            </a:endParaRPr>
          </a:p>
        </p:txBody>
      </p:sp>
      <p:sp>
        <p:nvSpPr>
          <p:cNvPr id="189" name="Google Shape;189;p13"/>
          <p:cNvSpPr txBox="1"/>
          <p:nvPr/>
        </p:nvSpPr>
        <p:spPr>
          <a:xfrm>
            <a:off x="4567475" y="2337350"/>
            <a:ext cx="3000000" cy="773700"/>
          </a:xfrm>
          <a:prstGeom prst="rect">
            <a:avLst/>
          </a:prstGeom>
          <a:noFill/>
          <a:ln>
            <a:noFill/>
          </a:ln>
        </p:spPr>
        <p:txBody>
          <a:bodyPr anchorCtr="0" anchor="ctr" bIns="91425" lIns="91425" spcFirstLastPara="1" rIns="91425" wrap="square" tIns="91425">
            <a:noAutofit/>
          </a:bodyPr>
          <a:lstStyle/>
          <a:p>
            <a:pPr indent="-219710" lvl="1" marL="822960" rtl="0" algn="l">
              <a:lnSpc>
                <a:spcPct val="80000"/>
              </a:lnSpc>
              <a:spcBef>
                <a:spcPts val="0"/>
              </a:spcBef>
              <a:spcAft>
                <a:spcPts val="0"/>
              </a:spcAft>
              <a:buClr>
                <a:schemeClr val="lt2"/>
              </a:buClr>
              <a:buSzPts val="1300"/>
              <a:buFont typeface="Host Grotesk"/>
              <a:buChar char="○"/>
            </a:pPr>
            <a:r>
              <a:rPr lang="en" sz="1300">
                <a:solidFill>
                  <a:schemeClr val="lt2"/>
                </a:solidFill>
                <a:latin typeface="Host Grotesk"/>
                <a:ea typeface="Host Grotesk"/>
                <a:cs typeface="Host Grotesk"/>
                <a:sym typeface="Host Grotesk"/>
              </a:rPr>
              <a:t>Sub topic 1</a:t>
            </a:r>
            <a:endParaRPr sz="1300">
              <a:solidFill>
                <a:schemeClr val="lt2"/>
              </a:solidFill>
              <a:latin typeface="Host Grotesk"/>
              <a:ea typeface="Host Grotesk"/>
              <a:cs typeface="Host Grotesk"/>
              <a:sym typeface="Host Grotesk"/>
            </a:endParaRPr>
          </a:p>
          <a:p>
            <a:pPr indent="-219710" lvl="1" marL="822960" rtl="0" algn="l">
              <a:lnSpc>
                <a:spcPct val="80000"/>
              </a:lnSpc>
              <a:spcBef>
                <a:spcPts val="500"/>
              </a:spcBef>
              <a:spcAft>
                <a:spcPts val="500"/>
              </a:spcAft>
              <a:buClr>
                <a:schemeClr val="lt2"/>
              </a:buClr>
              <a:buSzPts val="1300"/>
              <a:buFont typeface="Host Grotesk"/>
              <a:buChar char="○"/>
            </a:pPr>
            <a:r>
              <a:rPr lang="en" sz="1300">
                <a:solidFill>
                  <a:schemeClr val="lt2"/>
                </a:solidFill>
                <a:latin typeface="Host Grotesk"/>
                <a:ea typeface="Host Grotesk"/>
                <a:cs typeface="Host Grotesk"/>
                <a:sym typeface="Host Grotesk"/>
              </a:rPr>
              <a:t>S</a:t>
            </a:r>
            <a:r>
              <a:rPr lang="en" sz="1300">
                <a:solidFill>
                  <a:schemeClr val="lt2"/>
                </a:solidFill>
                <a:latin typeface="Host Grotesk"/>
                <a:ea typeface="Host Grotesk"/>
                <a:cs typeface="Host Grotesk"/>
                <a:sym typeface="Host Grotesk"/>
              </a:rPr>
              <a:t>ub topic 2</a:t>
            </a:r>
            <a:endParaRPr sz="1300">
              <a:solidFill>
                <a:schemeClr val="lt2"/>
              </a:solidFill>
              <a:latin typeface="Host Grotesk"/>
              <a:ea typeface="Host Grotesk"/>
              <a:cs typeface="Host Grotesk"/>
              <a:sym typeface="Host Grotesk"/>
            </a:endParaRPr>
          </a:p>
        </p:txBody>
      </p:sp>
      <p:sp>
        <p:nvSpPr>
          <p:cNvPr id="190" name="Google Shape;190;p13"/>
          <p:cNvSpPr txBox="1"/>
          <p:nvPr>
            <p:ph type="title"/>
          </p:nvPr>
        </p:nvSpPr>
        <p:spPr>
          <a:xfrm>
            <a:off x="747000" y="257600"/>
            <a:ext cx="7421400" cy="3936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Agenda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4" name="Shape 194"/>
        <p:cNvGrpSpPr/>
        <p:nvPr/>
      </p:nvGrpSpPr>
      <p:grpSpPr>
        <a:xfrm>
          <a:off x="0" y="0"/>
          <a:ext cx="0" cy="0"/>
          <a:chOff x="0" y="0"/>
          <a:chExt cx="0" cy="0"/>
        </a:xfrm>
      </p:grpSpPr>
      <p:sp>
        <p:nvSpPr>
          <p:cNvPr id="195" name="Google Shape;195;p14"/>
          <p:cNvSpPr/>
          <p:nvPr/>
        </p:nvSpPr>
        <p:spPr>
          <a:xfrm>
            <a:off x="283884" y="1674063"/>
            <a:ext cx="544800" cy="544800"/>
          </a:xfrm>
          <a:prstGeom prst="ellipse">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01</a:t>
            </a:r>
            <a:endParaRPr sz="1800">
              <a:solidFill>
                <a:schemeClr val="lt1"/>
              </a:solidFill>
              <a:latin typeface="Manrope"/>
              <a:ea typeface="Manrope"/>
              <a:cs typeface="Manrope"/>
              <a:sym typeface="Manrope"/>
            </a:endParaRPr>
          </a:p>
        </p:txBody>
      </p:sp>
      <p:cxnSp>
        <p:nvCxnSpPr>
          <p:cNvPr id="196" name="Google Shape;196;p14"/>
          <p:cNvCxnSpPr/>
          <p:nvPr/>
        </p:nvCxnSpPr>
        <p:spPr>
          <a:xfrm>
            <a:off x="283850" y="2337356"/>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197" name="Google Shape;197;p14"/>
          <p:cNvCxnSpPr/>
          <p:nvPr/>
        </p:nvCxnSpPr>
        <p:spPr>
          <a:xfrm>
            <a:off x="283850" y="1555584"/>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198" name="Google Shape;198;p14"/>
          <p:cNvCxnSpPr/>
          <p:nvPr/>
        </p:nvCxnSpPr>
        <p:spPr>
          <a:xfrm>
            <a:off x="283850" y="3900899"/>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199" name="Google Shape;199;p14"/>
          <p:cNvCxnSpPr/>
          <p:nvPr/>
        </p:nvCxnSpPr>
        <p:spPr>
          <a:xfrm>
            <a:off x="283850" y="3119127"/>
            <a:ext cx="8573100" cy="0"/>
          </a:xfrm>
          <a:prstGeom prst="straightConnector1">
            <a:avLst/>
          </a:prstGeom>
          <a:noFill/>
          <a:ln cap="flat" cmpd="sng" w="9525">
            <a:solidFill>
              <a:schemeClr val="dk2"/>
            </a:solidFill>
            <a:prstDash val="solid"/>
            <a:round/>
            <a:headEnd len="med" w="med" type="none"/>
            <a:tailEnd len="med" w="med" type="none"/>
          </a:ln>
        </p:spPr>
      </p:cxnSp>
      <p:sp>
        <p:nvSpPr>
          <p:cNvPr id="200" name="Google Shape;200;p14"/>
          <p:cNvSpPr/>
          <p:nvPr/>
        </p:nvSpPr>
        <p:spPr>
          <a:xfrm>
            <a:off x="283884" y="2455825"/>
            <a:ext cx="544800" cy="544800"/>
          </a:xfrm>
          <a:prstGeom prst="ellipse">
            <a:avLst/>
          </a:prstGeom>
          <a:solidFill>
            <a:schemeClr val="dk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02</a:t>
            </a:r>
            <a:endParaRPr sz="1800">
              <a:solidFill>
                <a:schemeClr val="lt1"/>
              </a:solidFill>
              <a:latin typeface="Manrope"/>
              <a:ea typeface="Manrope"/>
              <a:cs typeface="Manrope"/>
              <a:sym typeface="Manrope"/>
            </a:endParaRPr>
          </a:p>
        </p:txBody>
      </p:sp>
      <p:sp>
        <p:nvSpPr>
          <p:cNvPr id="201" name="Google Shape;201;p14"/>
          <p:cNvSpPr/>
          <p:nvPr/>
        </p:nvSpPr>
        <p:spPr>
          <a:xfrm>
            <a:off x="283884" y="3237613"/>
            <a:ext cx="544800" cy="544800"/>
          </a:xfrm>
          <a:prstGeom prst="ellipse">
            <a:avLst/>
          </a:prstGeom>
          <a:solidFill>
            <a:schemeClr val="dk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03</a:t>
            </a:r>
            <a:endParaRPr sz="1800">
              <a:solidFill>
                <a:schemeClr val="lt1"/>
              </a:solidFill>
              <a:latin typeface="Manrope"/>
              <a:ea typeface="Manrope"/>
              <a:cs typeface="Manrope"/>
              <a:sym typeface="Manrope"/>
            </a:endParaRPr>
          </a:p>
        </p:txBody>
      </p:sp>
      <p:sp>
        <p:nvSpPr>
          <p:cNvPr id="202" name="Google Shape;202;p14"/>
          <p:cNvSpPr/>
          <p:nvPr/>
        </p:nvSpPr>
        <p:spPr>
          <a:xfrm>
            <a:off x="283884" y="4019375"/>
            <a:ext cx="544800" cy="544800"/>
          </a:xfrm>
          <a:prstGeom prst="ellipse">
            <a:avLst/>
          </a:prstGeom>
          <a:solidFill>
            <a:schemeClr val="dk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04</a:t>
            </a:r>
            <a:endParaRPr sz="1800">
              <a:solidFill>
                <a:schemeClr val="lt1"/>
              </a:solidFill>
              <a:latin typeface="Manrope"/>
              <a:ea typeface="Manrope"/>
              <a:cs typeface="Manrope"/>
              <a:sym typeface="Manrope"/>
            </a:endParaRPr>
          </a:p>
        </p:txBody>
      </p:sp>
      <p:sp>
        <p:nvSpPr>
          <p:cNvPr id="203" name="Google Shape;203;p14"/>
          <p:cNvSpPr txBox="1"/>
          <p:nvPr/>
        </p:nvSpPr>
        <p:spPr>
          <a:xfrm>
            <a:off x="1125100" y="2345400"/>
            <a:ext cx="35973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dk2"/>
                </a:solidFill>
                <a:latin typeface="Host Grotesk"/>
                <a:ea typeface="Host Grotesk"/>
                <a:cs typeface="Host Grotesk"/>
                <a:sym typeface="Host Grotesk"/>
              </a:rPr>
              <a:t>Topic 2</a:t>
            </a:r>
            <a:endParaRPr sz="1700">
              <a:solidFill>
                <a:schemeClr val="dk2"/>
              </a:solidFill>
              <a:latin typeface="Host Grotesk"/>
              <a:ea typeface="Host Grotesk"/>
              <a:cs typeface="Host Grotesk"/>
              <a:sym typeface="Host Grotesk"/>
            </a:endParaRPr>
          </a:p>
        </p:txBody>
      </p:sp>
      <p:sp>
        <p:nvSpPr>
          <p:cNvPr id="204" name="Google Shape;204;p14"/>
          <p:cNvSpPr txBox="1"/>
          <p:nvPr/>
        </p:nvSpPr>
        <p:spPr>
          <a:xfrm flipH="1">
            <a:off x="6801950" y="2345400"/>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dk2"/>
                </a:solidFill>
                <a:latin typeface="Host Grotesk"/>
                <a:ea typeface="Host Grotesk"/>
                <a:cs typeface="Host Grotesk"/>
                <a:sym typeface="Host Grotesk"/>
              </a:rPr>
              <a:t>15 minutes</a:t>
            </a:r>
            <a:endParaRPr>
              <a:solidFill>
                <a:schemeClr val="dk2"/>
              </a:solidFill>
              <a:latin typeface="Host Grotesk"/>
              <a:ea typeface="Host Grotesk"/>
              <a:cs typeface="Host Grotesk"/>
              <a:sym typeface="Host Grotesk"/>
            </a:endParaRPr>
          </a:p>
        </p:txBody>
      </p:sp>
      <p:sp>
        <p:nvSpPr>
          <p:cNvPr id="205" name="Google Shape;205;p14"/>
          <p:cNvSpPr txBox="1"/>
          <p:nvPr/>
        </p:nvSpPr>
        <p:spPr>
          <a:xfrm>
            <a:off x="1125100" y="1555600"/>
            <a:ext cx="37467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lt2"/>
                </a:solidFill>
                <a:latin typeface="Host Grotesk"/>
                <a:ea typeface="Host Grotesk"/>
                <a:cs typeface="Host Grotesk"/>
                <a:sym typeface="Host Grotesk"/>
              </a:rPr>
              <a:t>Topic 1</a:t>
            </a:r>
            <a:endParaRPr sz="1700">
              <a:solidFill>
                <a:schemeClr val="lt2"/>
              </a:solidFill>
              <a:latin typeface="Host Grotesk"/>
              <a:ea typeface="Host Grotesk"/>
              <a:cs typeface="Host Grotesk"/>
              <a:sym typeface="Host Grotesk"/>
            </a:endParaRPr>
          </a:p>
        </p:txBody>
      </p:sp>
      <p:sp>
        <p:nvSpPr>
          <p:cNvPr id="206" name="Google Shape;206;p14"/>
          <p:cNvSpPr txBox="1"/>
          <p:nvPr/>
        </p:nvSpPr>
        <p:spPr>
          <a:xfrm flipH="1">
            <a:off x="6801950" y="1555600"/>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lt2"/>
                </a:solidFill>
                <a:latin typeface="Host Grotesk"/>
                <a:ea typeface="Host Grotesk"/>
                <a:cs typeface="Host Grotesk"/>
                <a:sym typeface="Host Grotesk"/>
              </a:rPr>
              <a:t>30 minutes</a:t>
            </a:r>
            <a:endParaRPr>
              <a:solidFill>
                <a:schemeClr val="lt2"/>
              </a:solidFill>
              <a:latin typeface="Host Grotesk"/>
              <a:ea typeface="Host Grotesk"/>
              <a:cs typeface="Host Grotesk"/>
              <a:sym typeface="Host Grotesk"/>
            </a:endParaRPr>
          </a:p>
        </p:txBody>
      </p:sp>
      <p:sp>
        <p:nvSpPr>
          <p:cNvPr id="207" name="Google Shape;207;p14"/>
          <p:cNvSpPr txBox="1"/>
          <p:nvPr/>
        </p:nvSpPr>
        <p:spPr>
          <a:xfrm>
            <a:off x="1125100" y="3123175"/>
            <a:ext cx="38055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dk2"/>
                </a:solidFill>
                <a:latin typeface="Host Grotesk"/>
                <a:ea typeface="Host Grotesk"/>
                <a:cs typeface="Host Grotesk"/>
                <a:sym typeface="Host Grotesk"/>
              </a:rPr>
              <a:t>Topic 3</a:t>
            </a:r>
            <a:endParaRPr sz="1700">
              <a:solidFill>
                <a:schemeClr val="dk2"/>
              </a:solidFill>
              <a:latin typeface="Host Grotesk"/>
              <a:ea typeface="Host Grotesk"/>
              <a:cs typeface="Host Grotesk"/>
              <a:sym typeface="Host Grotesk"/>
            </a:endParaRPr>
          </a:p>
        </p:txBody>
      </p:sp>
      <p:sp>
        <p:nvSpPr>
          <p:cNvPr id="208" name="Google Shape;208;p14"/>
          <p:cNvSpPr txBox="1"/>
          <p:nvPr/>
        </p:nvSpPr>
        <p:spPr>
          <a:xfrm flipH="1">
            <a:off x="6801950" y="3123163"/>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dk2"/>
                </a:solidFill>
                <a:latin typeface="Host Grotesk"/>
                <a:ea typeface="Host Grotesk"/>
                <a:cs typeface="Host Grotesk"/>
                <a:sym typeface="Host Grotesk"/>
              </a:rPr>
              <a:t>60 minutes</a:t>
            </a:r>
            <a:endParaRPr>
              <a:solidFill>
                <a:schemeClr val="dk2"/>
              </a:solidFill>
              <a:latin typeface="Host Grotesk"/>
              <a:ea typeface="Host Grotesk"/>
              <a:cs typeface="Host Grotesk"/>
              <a:sym typeface="Host Grotesk"/>
            </a:endParaRPr>
          </a:p>
        </p:txBody>
      </p:sp>
      <p:sp>
        <p:nvSpPr>
          <p:cNvPr id="209" name="Google Shape;209;p14"/>
          <p:cNvSpPr txBox="1"/>
          <p:nvPr/>
        </p:nvSpPr>
        <p:spPr>
          <a:xfrm flipH="1">
            <a:off x="6801950" y="3902913"/>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dk2"/>
                </a:solidFill>
                <a:latin typeface="Host Grotesk"/>
                <a:ea typeface="Host Grotesk"/>
                <a:cs typeface="Host Grotesk"/>
                <a:sym typeface="Host Grotesk"/>
              </a:rPr>
              <a:t>15 minutes</a:t>
            </a:r>
            <a:endParaRPr>
              <a:solidFill>
                <a:schemeClr val="dk2"/>
              </a:solidFill>
              <a:latin typeface="Host Grotesk"/>
              <a:ea typeface="Host Grotesk"/>
              <a:cs typeface="Host Grotesk"/>
              <a:sym typeface="Host Grotesk"/>
            </a:endParaRPr>
          </a:p>
        </p:txBody>
      </p:sp>
      <p:cxnSp>
        <p:nvCxnSpPr>
          <p:cNvPr id="210" name="Google Shape;210;p14"/>
          <p:cNvCxnSpPr/>
          <p:nvPr/>
        </p:nvCxnSpPr>
        <p:spPr>
          <a:xfrm>
            <a:off x="283850" y="4682671"/>
            <a:ext cx="8573100" cy="0"/>
          </a:xfrm>
          <a:prstGeom prst="straightConnector1">
            <a:avLst/>
          </a:prstGeom>
          <a:noFill/>
          <a:ln cap="flat" cmpd="sng" w="9525">
            <a:solidFill>
              <a:schemeClr val="dk2"/>
            </a:solidFill>
            <a:prstDash val="solid"/>
            <a:round/>
            <a:headEnd len="med" w="med" type="none"/>
            <a:tailEnd len="med" w="med" type="none"/>
          </a:ln>
        </p:spPr>
      </p:cxnSp>
      <p:sp>
        <p:nvSpPr>
          <p:cNvPr id="211" name="Google Shape;211;p14"/>
          <p:cNvSpPr txBox="1"/>
          <p:nvPr/>
        </p:nvSpPr>
        <p:spPr>
          <a:xfrm>
            <a:off x="1125100" y="3902925"/>
            <a:ext cx="3805500" cy="773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700">
                <a:solidFill>
                  <a:schemeClr val="dk2"/>
                </a:solidFill>
                <a:latin typeface="Host Grotesk"/>
                <a:ea typeface="Host Grotesk"/>
                <a:cs typeface="Host Grotesk"/>
                <a:sym typeface="Host Grotesk"/>
              </a:rPr>
              <a:t>Appendix</a:t>
            </a:r>
            <a:endParaRPr sz="1700">
              <a:solidFill>
                <a:schemeClr val="dk2"/>
              </a:solidFill>
              <a:latin typeface="Host Grotesk"/>
              <a:ea typeface="Host Grotesk"/>
              <a:cs typeface="Host Grotesk"/>
              <a:sym typeface="Host Grotesk"/>
            </a:endParaRPr>
          </a:p>
        </p:txBody>
      </p:sp>
      <p:sp>
        <p:nvSpPr>
          <p:cNvPr id="212" name="Google Shape;212;p14"/>
          <p:cNvSpPr txBox="1"/>
          <p:nvPr/>
        </p:nvSpPr>
        <p:spPr>
          <a:xfrm>
            <a:off x="4567475" y="2337350"/>
            <a:ext cx="3000000" cy="773700"/>
          </a:xfrm>
          <a:prstGeom prst="rect">
            <a:avLst/>
          </a:prstGeom>
          <a:noFill/>
          <a:ln>
            <a:noFill/>
          </a:ln>
        </p:spPr>
        <p:txBody>
          <a:bodyPr anchorCtr="0" anchor="ctr" bIns="91425" lIns="91425" spcFirstLastPara="1" rIns="91425" wrap="square" tIns="91425">
            <a:noAutofit/>
          </a:bodyPr>
          <a:lstStyle/>
          <a:p>
            <a:pPr indent="-219710" lvl="1" marL="822960" rtl="0" algn="l">
              <a:lnSpc>
                <a:spcPct val="80000"/>
              </a:lnSpc>
              <a:spcBef>
                <a:spcPts val="0"/>
              </a:spcBef>
              <a:spcAft>
                <a:spcPts val="0"/>
              </a:spcAft>
              <a:buClr>
                <a:schemeClr val="dk2"/>
              </a:buClr>
              <a:buSzPts val="1300"/>
              <a:buFont typeface="Host Grotesk"/>
              <a:buChar char="○"/>
            </a:pPr>
            <a:r>
              <a:rPr lang="en" sz="1300">
                <a:solidFill>
                  <a:schemeClr val="dk2"/>
                </a:solidFill>
                <a:latin typeface="Host Grotesk"/>
                <a:ea typeface="Host Grotesk"/>
                <a:cs typeface="Host Grotesk"/>
                <a:sym typeface="Host Grotesk"/>
              </a:rPr>
              <a:t>XX</a:t>
            </a:r>
            <a:endParaRPr sz="1300">
              <a:solidFill>
                <a:schemeClr val="dk2"/>
              </a:solidFill>
              <a:latin typeface="Host Grotesk"/>
              <a:ea typeface="Host Grotesk"/>
              <a:cs typeface="Host Grotesk"/>
              <a:sym typeface="Host Grotesk"/>
            </a:endParaRPr>
          </a:p>
          <a:p>
            <a:pPr indent="-219710" lvl="1" marL="822960" rtl="0" algn="l">
              <a:lnSpc>
                <a:spcPct val="80000"/>
              </a:lnSpc>
              <a:spcBef>
                <a:spcPts val="500"/>
              </a:spcBef>
              <a:spcAft>
                <a:spcPts val="500"/>
              </a:spcAft>
              <a:buClr>
                <a:schemeClr val="dk2"/>
              </a:buClr>
              <a:buSzPts val="1300"/>
              <a:buFont typeface="Host Grotesk"/>
              <a:buChar char="○"/>
            </a:pPr>
            <a:r>
              <a:rPr lang="en" sz="1300">
                <a:solidFill>
                  <a:schemeClr val="dk2"/>
                </a:solidFill>
                <a:latin typeface="Host Grotesk"/>
                <a:ea typeface="Host Grotesk"/>
                <a:cs typeface="Host Grotesk"/>
                <a:sym typeface="Host Grotesk"/>
              </a:rPr>
              <a:t>XX</a:t>
            </a:r>
            <a:endParaRPr sz="1300">
              <a:solidFill>
                <a:schemeClr val="dk2"/>
              </a:solidFill>
              <a:latin typeface="Host Grotesk"/>
              <a:ea typeface="Host Grotesk"/>
              <a:cs typeface="Host Grotesk"/>
              <a:sym typeface="Host Grotesk"/>
            </a:endParaRPr>
          </a:p>
        </p:txBody>
      </p:sp>
      <p:sp>
        <p:nvSpPr>
          <p:cNvPr id="213" name="Google Shape;213;p14"/>
          <p:cNvSpPr txBox="1"/>
          <p:nvPr>
            <p:ph type="title"/>
          </p:nvPr>
        </p:nvSpPr>
        <p:spPr>
          <a:xfrm>
            <a:off x="747000" y="257600"/>
            <a:ext cx="7421400" cy="3936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Agenda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7" name="Shape 217"/>
        <p:cNvGrpSpPr/>
        <p:nvPr/>
      </p:nvGrpSpPr>
      <p:grpSpPr>
        <a:xfrm>
          <a:off x="0" y="0"/>
          <a:ext cx="0" cy="0"/>
          <a:chOff x="0" y="0"/>
          <a:chExt cx="0" cy="0"/>
        </a:xfrm>
      </p:grpSpPr>
      <p:sp>
        <p:nvSpPr>
          <p:cNvPr id="218" name="Google Shape;218;p15"/>
          <p:cNvSpPr/>
          <p:nvPr/>
        </p:nvSpPr>
        <p:spPr>
          <a:xfrm>
            <a:off x="283884" y="1674063"/>
            <a:ext cx="544800" cy="544800"/>
          </a:xfrm>
          <a:prstGeom prst="ellipse">
            <a:avLst/>
          </a:prstGeom>
          <a:solidFill>
            <a:schemeClr val="dk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01</a:t>
            </a:r>
            <a:endParaRPr sz="1800">
              <a:solidFill>
                <a:schemeClr val="lt1"/>
              </a:solidFill>
              <a:latin typeface="Manrope"/>
              <a:ea typeface="Manrope"/>
              <a:cs typeface="Manrope"/>
              <a:sym typeface="Manrope"/>
            </a:endParaRPr>
          </a:p>
        </p:txBody>
      </p:sp>
      <p:cxnSp>
        <p:nvCxnSpPr>
          <p:cNvPr id="219" name="Google Shape;219;p15"/>
          <p:cNvCxnSpPr/>
          <p:nvPr/>
        </p:nvCxnSpPr>
        <p:spPr>
          <a:xfrm>
            <a:off x="283850" y="2337356"/>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220" name="Google Shape;220;p15"/>
          <p:cNvCxnSpPr/>
          <p:nvPr/>
        </p:nvCxnSpPr>
        <p:spPr>
          <a:xfrm>
            <a:off x="283850" y="1555584"/>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221" name="Google Shape;221;p15"/>
          <p:cNvCxnSpPr/>
          <p:nvPr/>
        </p:nvCxnSpPr>
        <p:spPr>
          <a:xfrm>
            <a:off x="283850" y="3900899"/>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222" name="Google Shape;222;p15"/>
          <p:cNvCxnSpPr/>
          <p:nvPr/>
        </p:nvCxnSpPr>
        <p:spPr>
          <a:xfrm>
            <a:off x="283850" y="3119127"/>
            <a:ext cx="8573100" cy="0"/>
          </a:xfrm>
          <a:prstGeom prst="straightConnector1">
            <a:avLst/>
          </a:prstGeom>
          <a:noFill/>
          <a:ln cap="flat" cmpd="sng" w="9525">
            <a:solidFill>
              <a:schemeClr val="dk2"/>
            </a:solidFill>
            <a:prstDash val="solid"/>
            <a:round/>
            <a:headEnd len="med" w="med" type="none"/>
            <a:tailEnd len="med" w="med" type="none"/>
          </a:ln>
        </p:spPr>
      </p:cxnSp>
      <p:sp>
        <p:nvSpPr>
          <p:cNvPr id="223" name="Google Shape;223;p15"/>
          <p:cNvSpPr/>
          <p:nvPr/>
        </p:nvSpPr>
        <p:spPr>
          <a:xfrm>
            <a:off x="283884" y="2455825"/>
            <a:ext cx="544800" cy="544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02</a:t>
            </a:r>
            <a:endParaRPr sz="1800">
              <a:solidFill>
                <a:schemeClr val="lt1"/>
              </a:solidFill>
              <a:latin typeface="Manrope"/>
              <a:ea typeface="Manrope"/>
              <a:cs typeface="Manrope"/>
              <a:sym typeface="Manrope"/>
            </a:endParaRPr>
          </a:p>
        </p:txBody>
      </p:sp>
      <p:sp>
        <p:nvSpPr>
          <p:cNvPr id="224" name="Google Shape;224;p15"/>
          <p:cNvSpPr/>
          <p:nvPr/>
        </p:nvSpPr>
        <p:spPr>
          <a:xfrm>
            <a:off x="283884" y="3237613"/>
            <a:ext cx="544800" cy="544800"/>
          </a:xfrm>
          <a:prstGeom prst="ellipse">
            <a:avLst/>
          </a:prstGeom>
          <a:solidFill>
            <a:schemeClr val="dk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03</a:t>
            </a:r>
            <a:endParaRPr sz="1800">
              <a:solidFill>
                <a:schemeClr val="lt1"/>
              </a:solidFill>
              <a:latin typeface="Manrope"/>
              <a:ea typeface="Manrope"/>
              <a:cs typeface="Manrope"/>
              <a:sym typeface="Manrope"/>
            </a:endParaRPr>
          </a:p>
        </p:txBody>
      </p:sp>
      <p:sp>
        <p:nvSpPr>
          <p:cNvPr id="225" name="Google Shape;225;p15"/>
          <p:cNvSpPr/>
          <p:nvPr/>
        </p:nvSpPr>
        <p:spPr>
          <a:xfrm>
            <a:off x="283884" y="4019375"/>
            <a:ext cx="544800" cy="544800"/>
          </a:xfrm>
          <a:prstGeom prst="ellipse">
            <a:avLst/>
          </a:prstGeom>
          <a:solidFill>
            <a:schemeClr val="dk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04</a:t>
            </a:r>
            <a:endParaRPr sz="1800">
              <a:solidFill>
                <a:schemeClr val="lt1"/>
              </a:solidFill>
              <a:latin typeface="Manrope"/>
              <a:ea typeface="Manrope"/>
              <a:cs typeface="Manrope"/>
              <a:sym typeface="Manrope"/>
            </a:endParaRPr>
          </a:p>
        </p:txBody>
      </p:sp>
      <p:sp>
        <p:nvSpPr>
          <p:cNvPr id="226" name="Google Shape;226;p15"/>
          <p:cNvSpPr txBox="1"/>
          <p:nvPr/>
        </p:nvSpPr>
        <p:spPr>
          <a:xfrm>
            <a:off x="1125100" y="2345400"/>
            <a:ext cx="35973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lt2"/>
                </a:solidFill>
                <a:latin typeface="Host Grotesk"/>
                <a:ea typeface="Host Grotesk"/>
                <a:cs typeface="Host Grotesk"/>
                <a:sym typeface="Host Grotesk"/>
              </a:rPr>
              <a:t>Topic 2</a:t>
            </a:r>
            <a:endParaRPr sz="1700">
              <a:solidFill>
                <a:schemeClr val="lt2"/>
              </a:solidFill>
              <a:latin typeface="Host Grotesk"/>
              <a:ea typeface="Host Grotesk"/>
              <a:cs typeface="Host Grotesk"/>
              <a:sym typeface="Host Grotesk"/>
            </a:endParaRPr>
          </a:p>
        </p:txBody>
      </p:sp>
      <p:sp>
        <p:nvSpPr>
          <p:cNvPr id="227" name="Google Shape;227;p15"/>
          <p:cNvSpPr txBox="1"/>
          <p:nvPr/>
        </p:nvSpPr>
        <p:spPr>
          <a:xfrm flipH="1">
            <a:off x="6801950" y="2345400"/>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lt2"/>
                </a:solidFill>
                <a:latin typeface="Host Grotesk"/>
                <a:ea typeface="Host Grotesk"/>
                <a:cs typeface="Host Grotesk"/>
                <a:sym typeface="Host Grotesk"/>
              </a:rPr>
              <a:t>15 minutes</a:t>
            </a:r>
            <a:endParaRPr>
              <a:solidFill>
                <a:schemeClr val="lt2"/>
              </a:solidFill>
              <a:latin typeface="Host Grotesk"/>
              <a:ea typeface="Host Grotesk"/>
              <a:cs typeface="Host Grotesk"/>
              <a:sym typeface="Host Grotesk"/>
            </a:endParaRPr>
          </a:p>
        </p:txBody>
      </p:sp>
      <p:sp>
        <p:nvSpPr>
          <p:cNvPr id="228" name="Google Shape;228;p15"/>
          <p:cNvSpPr txBox="1"/>
          <p:nvPr/>
        </p:nvSpPr>
        <p:spPr>
          <a:xfrm>
            <a:off x="1125100" y="1555600"/>
            <a:ext cx="37467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dk2"/>
                </a:solidFill>
                <a:latin typeface="Host Grotesk"/>
                <a:ea typeface="Host Grotesk"/>
                <a:cs typeface="Host Grotesk"/>
                <a:sym typeface="Host Grotesk"/>
              </a:rPr>
              <a:t>Topic 1</a:t>
            </a:r>
            <a:endParaRPr sz="1700">
              <a:solidFill>
                <a:schemeClr val="dk2"/>
              </a:solidFill>
              <a:latin typeface="Host Grotesk"/>
              <a:ea typeface="Host Grotesk"/>
              <a:cs typeface="Host Grotesk"/>
              <a:sym typeface="Host Grotesk"/>
            </a:endParaRPr>
          </a:p>
        </p:txBody>
      </p:sp>
      <p:sp>
        <p:nvSpPr>
          <p:cNvPr id="229" name="Google Shape;229;p15"/>
          <p:cNvSpPr txBox="1"/>
          <p:nvPr/>
        </p:nvSpPr>
        <p:spPr>
          <a:xfrm flipH="1">
            <a:off x="6801950" y="1555600"/>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dk2"/>
                </a:solidFill>
                <a:latin typeface="Host Grotesk"/>
                <a:ea typeface="Host Grotesk"/>
                <a:cs typeface="Host Grotesk"/>
                <a:sym typeface="Host Grotesk"/>
              </a:rPr>
              <a:t>30 minutes</a:t>
            </a:r>
            <a:endParaRPr>
              <a:solidFill>
                <a:schemeClr val="dk2"/>
              </a:solidFill>
              <a:latin typeface="Host Grotesk"/>
              <a:ea typeface="Host Grotesk"/>
              <a:cs typeface="Host Grotesk"/>
              <a:sym typeface="Host Grotesk"/>
            </a:endParaRPr>
          </a:p>
        </p:txBody>
      </p:sp>
      <p:sp>
        <p:nvSpPr>
          <p:cNvPr id="230" name="Google Shape;230;p15"/>
          <p:cNvSpPr txBox="1"/>
          <p:nvPr/>
        </p:nvSpPr>
        <p:spPr>
          <a:xfrm>
            <a:off x="1125100" y="3123175"/>
            <a:ext cx="38055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dk2"/>
                </a:solidFill>
                <a:latin typeface="Host Grotesk"/>
                <a:ea typeface="Host Grotesk"/>
                <a:cs typeface="Host Grotesk"/>
                <a:sym typeface="Host Grotesk"/>
              </a:rPr>
              <a:t>Topic 3</a:t>
            </a:r>
            <a:endParaRPr sz="1700">
              <a:solidFill>
                <a:schemeClr val="dk2"/>
              </a:solidFill>
              <a:latin typeface="Host Grotesk"/>
              <a:ea typeface="Host Grotesk"/>
              <a:cs typeface="Host Grotesk"/>
              <a:sym typeface="Host Grotesk"/>
            </a:endParaRPr>
          </a:p>
        </p:txBody>
      </p:sp>
      <p:sp>
        <p:nvSpPr>
          <p:cNvPr id="231" name="Google Shape;231;p15"/>
          <p:cNvSpPr txBox="1"/>
          <p:nvPr/>
        </p:nvSpPr>
        <p:spPr>
          <a:xfrm flipH="1">
            <a:off x="6801950" y="3123163"/>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dk2"/>
                </a:solidFill>
                <a:latin typeface="Host Grotesk"/>
                <a:ea typeface="Host Grotesk"/>
                <a:cs typeface="Host Grotesk"/>
                <a:sym typeface="Host Grotesk"/>
              </a:rPr>
              <a:t>60 minutes</a:t>
            </a:r>
            <a:endParaRPr>
              <a:solidFill>
                <a:schemeClr val="dk2"/>
              </a:solidFill>
              <a:latin typeface="Host Grotesk"/>
              <a:ea typeface="Host Grotesk"/>
              <a:cs typeface="Host Grotesk"/>
              <a:sym typeface="Host Grotesk"/>
            </a:endParaRPr>
          </a:p>
        </p:txBody>
      </p:sp>
      <p:sp>
        <p:nvSpPr>
          <p:cNvPr id="232" name="Google Shape;232;p15"/>
          <p:cNvSpPr txBox="1"/>
          <p:nvPr/>
        </p:nvSpPr>
        <p:spPr>
          <a:xfrm flipH="1">
            <a:off x="6801950" y="3902913"/>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dk2"/>
                </a:solidFill>
                <a:latin typeface="Host Grotesk"/>
                <a:ea typeface="Host Grotesk"/>
                <a:cs typeface="Host Grotesk"/>
                <a:sym typeface="Host Grotesk"/>
              </a:rPr>
              <a:t>15 minutes</a:t>
            </a:r>
            <a:endParaRPr>
              <a:solidFill>
                <a:schemeClr val="dk2"/>
              </a:solidFill>
              <a:latin typeface="Host Grotesk"/>
              <a:ea typeface="Host Grotesk"/>
              <a:cs typeface="Host Grotesk"/>
              <a:sym typeface="Host Grotesk"/>
            </a:endParaRPr>
          </a:p>
        </p:txBody>
      </p:sp>
      <p:cxnSp>
        <p:nvCxnSpPr>
          <p:cNvPr id="233" name="Google Shape;233;p15"/>
          <p:cNvCxnSpPr/>
          <p:nvPr/>
        </p:nvCxnSpPr>
        <p:spPr>
          <a:xfrm>
            <a:off x="283850" y="4682671"/>
            <a:ext cx="8573100" cy="0"/>
          </a:xfrm>
          <a:prstGeom prst="straightConnector1">
            <a:avLst/>
          </a:prstGeom>
          <a:noFill/>
          <a:ln cap="flat" cmpd="sng" w="9525">
            <a:solidFill>
              <a:schemeClr val="dk2"/>
            </a:solidFill>
            <a:prstDash val="solid"/>
            <a:round/>
            <a:headEnd len="med" w="med" type="none"/>
            <a:tailEnd len="med" w="med" type="none"/>
          </a:ln>
        </p:spPr>
      </p:cxnSp>
      <p:sp>
        <p:nvSpPr>
          <p:cNvPr id="234" name="Google Shape;234;p15"/>
          <p:cNvSpPr txBox="1"/>
          <p:nvPr/>
        </p:nvSpPr>
        <p:spPr>
          <a:xfrm>
            <a:off x="1125100" y="3902925"/>
            <a:ext cx="3805500" cy="773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700">
                <a:solidFill>
                  <a:schemeClr val="dk2"/>
                </a:solidFill>
                <a:latin typeface="Host Grotesk"/>
                <a:ea typeface="Host Grotesk"/>
                <a:cs typeface="Host Grotesk"/>
                <a:sym typeface="Host Grotesk"/>
              </a:rPr>
              <a:t>Appendix</a:t>
            </a:r>
            <a:endParaRPr sz="1700">
              <a:solidFill>
                <a:schemeClr val="dk2"/>
              </a:solidFill>
              <a:latin typeface="Host Grotesk"/>
              <a:ea typeface="Host Grotesk"/>
              <a:cs typeface="Host Grotesk"/>
              <a:sym typeface="Host Grotesk"/>
            </a:endParaRPr>
          </a:p>
        </p:txBody>
      </p:sp>
      <p:sp>
        <p:nvSpPr>
          <p:cNvPr id="235" name="Google Shape;235;p15"/>
          <p:cNvSpPr txBox="1"/>
          <p:nvPr/>
        </p:nvSpPr>
        <p:spPr>
          <a:xfrm>
            <a:off x="4567475" y="2337350"/>
            <a:ext cx="3000000" cy="773700"/>
          </a:xfrm>
          <a:prstGeom prst="rect">
            <a:avLst/>
          </a:prstGeom>
          <a:noFill/>
          <a:ln>
            <a:noFill/>
          </a:ln>
        </p:spPr>
        <p:txBody>
          <a:bodyPr anchorCtr="0" anchor="ctr" bIns="91425" lIns="91425" spcFirstLastPara="1" rIns="91425" wrap="square" tIns="91425">
            <a:noAutofit/>
          </a:bodyPr>
          <a:lstStyle/>
          <a:p>
            <a:pPr indent="-219710" lvl="1" marL="822960" rtl="0" algn="l">
              <a:lnSpc>
                <a:spcPct val="80000"/>
              </a:lnSpc>
              <a:spcBef>
                <a:spcPts val="0"/>
              </a:spcBef>
              <a:spcAft>
                <a:spcPts val="0"/>
              </a:spcAft>
              <a:buClr>
                <a:schemeClr val="dk2"/>
              </a:buClr>
              <a:buSzPts val="1300"/>
              <a:buFont typeface="Host Grotesk"/>
              <a:buChar char="○"/>
            </a:pPr>
            <a:r>
              <a:rPr lang="en" sz="1300">
                <a:solidFill>
                  <a:schemeClr val="dk2"/>
                </a:solidFill>
                <a:latin typeface="Host Grotesk"/>
                <a:ea typeface="Host Grotesk"/>
                <a:cs typeface="Host Grotesk"/>
                <a:sym typeface="Host Grotesk"/>
              </a:rPr>
              <a:t>XX</a:t>
            </a:r>
            <a:endParaRPr sz="1300">
              <a:solidFill>
                <a:schemeClr val="dk2"/>
              </a:solidFill>
              <a:latin typeface="Host Grotesk"/>
              <a:ea typeface="Host Grotesk"/>
              <a:cs typeface="Host Grotesk"/>
              <a:sym typeface="Host Grotesk"/>
            </a:endParaRPr>
          </a:p>
          <a:p>
            <a:pPr indent="-219710" lvl="1" marL="822960" rtl="0" algn="l">
              <a:lnSpc>
                <a:spcPct val="80000"/>
              </a:lnSpc>
              <a:spcBef>
                <a:spcPts val="500"/>
              </a:spcBef>
              <a:spcAft>
                <a:spcPts val="500"/>
              </a:spcAft>
              <a:buClr>
                <a:schemeClr val="dk2"/>
              </a:buClr>
              <a:buSzPts val="1300"/>
              <a:buFont typeface="Host Grotesk"/>
              <a:buChar char="○"/>
            </a:pPr>
            <a:r>
              <a:rPr lang="en" sz="1300">
                <a:solidFill>
                  <a:schemeClr val="dk2"/>
                </a:solidFill>
                <a:latin typeface="Host Grotesk"/>
                <a:ea typeface="Host Grotesk"/>
                <a:cs typeface="Host Grotesk"/>
                <a:sym typeface="Host Grotesk"/>
              </a:rPr>
              <a:t>XX</a:t>
            </a:r>
            <a:endParaRPr sz="1300">
              <a:solidFill>
                <a:schemeClr val="dk2"/>
              </a:solidFill>
              <a:latin typeface="Host Grotesk"/>
              <a:ea typeface="Host Grotesk"/>
              <a:cs typeface="Host Grotesk"/>
              <a:sym typeface="Host Grotesk"/>
            </a:endParaRPr>
          </a:p>
        </p:txBody>
      </p:sp>
      <p:sp>
        <p:nvSpPr>
          <p:cNvPr id="236" name="Google Shape;236;p15"/>
          <p:cNvSpPr txBox="1"/>
          <p:nvPr>
            <p:ph type="title"/>
          </p:nvPr>
        </p:nvSpPr>
        <p:spPr>
          <a:xfrm>
            <a:off x="747000" y="257600"/>
            <a:ext cx="7421400" cy="3936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Agenda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0" name="Shape 240"/>
        <p:cNvGrpSpPr/>
        <p:nvPr/>
      </p:nvGrpSpPr>
      <p:grpSpPr>
        <a:xfrm>
          <a:off x="0" y="0"/>
          <a:ext cx="0" cy="0"/>
          <a:chOff x="0" y="0"/>
          <a:chExt cx="0" cy="0"/>
        </a:xfrm>
      </p:grpSpPr>
      <p:sp>
        <p:nvSpPr>
          <p:cNvPr id="241" name="Google Shape;241;p16"/>
          <p:cNvSpPr/>
          <p:nvPr/>
        </p:nvSpPr>
        <p:spPr>
          <a:xfrm>
            <a:off x="283884" y="1674063"/>
            <a:ext cx="544800" cy="544800"/>
          </a:xfrm>
          <a:prstGeom prst="ellipse">
            <a:avLst/>
          </a:prstGeom>
          <a:solidFill>
            <a:schemeClr val="dk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01</a:t>
            </a:r>
            <a:endParaRPr sz="1800">
              <a:solidFill>
                <a:schemeClr val="lt1"/>
              </a:solidFill>
              <a:latin typeface="Manrope"/>
              <a:ea typeface="Manrope"/>
              <a:cs typeface="Manrope"/>
              <a:sym typeface="Manrope"/>
            </a:endParaRPr>
          </a:p>
        </p:txBody>
      </p:sp>
      <p:cxnSp>
        <p:nvCxnSpPr>
          <p:cNvPr id="242" name="Google Shape;242;p16"/>
          <p:cNvCxnSpPr/>
          <p:nvPr/>
        </p:nvCxnSpPr>
        <p:spPr>
          <a:xfrm>
            <a:off x="283850" y="2337356"/>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243" name="Google Shape;243;p16"/>
          <p:cNvCxnSpPr/>
          <p:nvPr/>
        </p:nvCxnSpPr>
        <p:spPr>
          <a:xfrm>
            <a:off x="283850" y="1555584"/>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244" name="Google Shape;244;p16"/>
          <p:cNvCxnSpPr/>
          <p:nvPr/>
        </p:nvCxnSpPr>
        <p:spPr>
          <a:xfrm>
            <a:off x="283850" y="3900899"/>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245" name="Google Shape;245;p16"/>
          <p:cNvCxnSpPr/>
          <p:nvPr/>
        </p:nvCxnSpPr>
        <p:spPr>
          <a:xfrm>
            <a:off x="283850" y="3119127"/>
            <a:ext cx="8573100" cy="0"/>
          </a:xfrm>
          <a:prstGeom prst="straightConnector1">
            <a:avLst/>
          </a:prstGeom>
          <a:noFill/>
          <a:ln cap="flat" cmpd="sng" w="9525">
            <a:solidFill>
              <a:schemeClr val="dk2"/>
            </a:solidFill>
            <a:prstDash val="solid"/>
            <a:round/>
            <a:headEnd len="med" w="med" type="none"/>
            <a:tailEnd len="med" w="med" type="none"/>
          </a:ln>
        </p:spPr>
      </p:cxnSp>
      <p:sp>
        <p:nvSpPr>
          <p:cNvPr id="246" name="Google Shape;246;p16"/>
          <p:cNvSpPr/>
          <p:nvPr/>
        </p:nvSpPr>
        <p:spPr>
          <a:xfrm>
            <a:off x="283884" y="2455825"/>
            <a:ext cx="544800" cy="544800"/>
          </a:xfrm>
          <a:prstGeom prst="ellipse">
            <a:avLst/>
          </a:prstGeom>
          <a:solidFill>
            <a:schemeClr val="dk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02</a:t>
            </a:r>
            <a:endParaRPr sz="1800">
              <a:solidFill>
                <a:schemeClr val="lt1"/>
              </a:solidFill>
              <a:latin typeface="Manrope"/>
              <a:ea typeface="Manrope"/>
              <a:cs typeface="Manrope"/>
              <a:sym typeface="Manrope"/>
            </a:endParaRPr>
          </a:p>
        </p:txBody>
      </p:sp>
      <p:sp>
        <p:nvSpPr>
          <p:cNvPr id="247" name="Google Shape;247;p16"/>
          <p:cNvSpPr/>
          <p:nvPr/>
        </p:nvSpPr>
        <p:spPr>
          <a:xfrm>
            <a:off x="283884" y="3237613"/>
            <a:ext cx="544800" cy="544800"/>
          </a:xfrm>
          <a:prstGeom prst="ellipse">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03</a:t>
            </a:r>
            <a:endParaRPr sz="1800">
              <a:solidFill>
                <a:schemeClr val="lt1"/>
              </a:solidFill>
              <a:latin typeface="Manrope"/>
              <a:ea typeface="Manrope"/>
              <a:cs typeface="Manrope"/>
              <a:sym typeface="Manrope"/>
            </a:endParaRPr>
          </a:p>
        </p:txBody>
      </p:sp>
      <p:sp>
        <p:nvSpPr>
          <p:cNvPr id="248" name="Google Shape;248;p16"/>
          <p:cNvSpPr/>
          <p:nvPr/>
        </p:nvSpPr>
        <p:spPr>
          <a:xfrm>
            <a:off x="283884" y="4019375"/>
            <a:ext cx="544800" cy="544800"/>
          </a:xfrm>
          <a:prstGeom prst="ellipse">
            <a:avLst/>
          </a:prstGeom>
          <a:solidFill>
            <a:schemeClr val="dk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04</a:t>
            </a:r>
            <a:endParaRPr sz="1800">
              <a:solidFill>
                <a:schemeClr val="lt1"/>
              </a:solidFill>
              <a:latin typeface="Manrope"/>
              <a:ea typeface="Manrope"/>
              <a:cs typeface="Manrope"/>
              <a:sym typeface="Manrope"/>
            </a:endParaRPr>
          </a:p>
        </p:txBody>
      </p:sp>
      <p:sp>
        <p:nvSpPr>
          <p:cNvPr id="249" name="Google Shape;249;p16"/>
          <p:cNvSpPr txBox="1"/>
          <p:nvPr/>
        </p:nvSpPr>
        <p:spPr>
          <a:xfrm>
            <a:off x="1125100" y="2345400"/>
            <a:ext cx="35973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dk2"/>
                </a:solidFill>
                <a:latin typeface="Host Grotesk"/>
                <a:ea typeface="Host Grotesk"/>
                <a:cs typeface="Host Grotesk"/>
                <a:sym typeface="Host Grotesk"/>
              </a:rPr>
              <a:t>Topic 2</a:t>
            </a:r>
            <a:endParaRPr sz="1700">
              <a:solidFill>
                <a:schemeClr val="dk2"/>
              </a:solidFill>
              <a:latin typeface="Host Grotesk"/>
              <a:ea typeface="Host Grotesk"/>
              <a:cs typeface="Host Grotesk"/>
              <a:sym typeface="Host Grotesk"/>
            </a:endParaRPr>
          </a:p>
        </p:txBody>
      </p:sp>
      <p:sp>
        <p:nvSpPr>
          <p:cNvPr id="250" name="Google Shape;250;p16"/>
          <p:cNvSpPr txBox="1"/>
          <p:nvPr/>
        </p:nvSpPr>
        <p:spPr>
          <a:xfrm flipH="1">
            <a:off x="6801950" y="2345400"/>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dk2"/>
                </a:solidFill>
                <a:latin typeface="Host Grotesk"/>
                <a:ea typeface="Host Grotesk"/>
                <a:cs typeface="Host Grotesk"/>
                <a:sym typeface="Host Grotesk"/>
              </a:rPr>
              <a:t>15 minutes</a:t>
            </a:r>
            <a:endParaRPr>
              <a:solidFill>
                <a:schemeClr val="dk2"/>
              </a:solidFill>
              <a:latin typeface="Host Grotesk"/>
              <a:ea typeface="Host Grotesk"/>
              <a:cs typeface="Host Grotesk"/>
              <a:sym typeface="Host Grotesk"/>
            </a:endParaRPr>
          </a:p>
        </p:txBody>
      </p:sp>
      <p:sp>
        <p:nvSpPr>
          <p:cNvPr id="251" name="Google Shape;251;p16"/>
          <p:cNvSpPr txBox="1"/>
          <p:nvPr/>
        </p:nvSpPr>
        <p:spPr>
          <a:xfrm>
            <a:off x="1125100" y="1555600"/>
            <a:ext cx="37467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dk2"/>
                </a:solidFill>
                <a:latin typeface="Host Grotesk"/>
                <a:ea typeface="Host Grotesk"/>
                <a:cs typeface="Host Grotesk"/>
                <a:sym typeface="Host Grotesk"/>
              </a:rPr>
              <a:t>Topic 1</a:t>
            </a:r>
            <a:endParaRPr sz="1700">
              <a:solidFill>
                <a:schemeClr val="dk2"/>
              </a:solidFill>
              <a:latin typeface="Host Grotesk"/>
              <a:ea typeface="Host Grotesk"/>
              <a:cs typeface="Host Grotesk"/>
              <a:sym typeface="Host Grotesk"/>
            </a:endParaRPr>
          </a:p>
        </p:txBody>
      </p:sp>
      <p:sp>
        <p:nvSpPr>
          <p:cNvPr id="252" name="Google Shape;252;p16"/>
          <p:cNvSpPr txBox="1"/>
          <p:nvPr/>
        </p:nvSpPr>
        <p:spPr>
          <a:xfrm flipH="1">
            <a:off x="6801950" y="1555600"/>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dk2"/>
                </a:solidFill>
                <a:latin typeface="Host Grotesk"/>
                <a:ea typeface="Host Grotesk"/>
                <a:cs typeface="Host Grotesk"/>
                <a:sym typeface="Host Grotesk"/>
              </a:rPr>
              <a:t>30 minutes</a:t>
            </a:r>
            <a:endParaRPr>
              <a:solidFill>
                <a:schemeClr val="dk2"/>
              </a:solidFill>
              <a:latin typeface="Host Grotesk"/>
              <a:ea typeface="Host Grotesk"/>
              <a:cs typeface="Host Grotesk"/>
              <a:sym typeface="Host Grotesk"/>
            </a:endParaRPr>
          </a:p>
        </p:txBody>
      </p:sp>
      <p:sp>
        <p:nvSpPr>
          <p:cNvPr id="253" name="Google Shape;253;p16"/>
          <p:cNvSpPr txBox="1"/>
          <p:nvPr/>
        </p:nvSpPr>
        <p:spPr>
          <a:xfrm>
            <a:off x="1125100" y="3123175"/>
            <a:ext cx="38055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lt2"/>
                </a:solidFill>
                <a:latin typeface="Host Grotesk"/>
                <a:ea typeface="Host Grotesk"/>
                <a:cs typeface="Host Grotesk"/>
                <a:sym typeface="Host Grotesk"/>
              </a:rPr>
              <a:t>Topic 3</a:t>
            </a:r>
            <a:endParaRPr sz="1700">
              <a:solidFill>
                <a:schemeClr val="lt2"/>
              </a:solidFill>
              <a:latin typeface="Host Grotesk"/>
              <a:ea typeface="Host Grotesk"/>
              <a:cs typeface="Host Grotesk"/>
              <a:sym typeface="Host Grotesk"/>
            </a:endParaRPr>
          </a:p>
        </p:txBody>
      </p:sp>
      <p:sp>
        <p:nvSpPr>
          <p:cNvPr id="254" name="Google Shape;254;p16"/>
          <p:cNvSpPr txBox="1"/>
          <p:nvPr/>
        </p:nvSpPr>
        <p:spPr>
          <a:xfrm flipH="1">
            <a:off x="6801950" y="3123163"/>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lt2"/>
                </a:solidFill>
                <a:latin typeface="Host Grotesk"/>
                <a:ea typeface="Host Grotesk"/>
                <a:cs typeface="Host Grotesk"/>
                <a:sym typeface="Host Grotesk"/>
              </a:rPr>
              <a:t>30 minutes</a:t>
            </a:r>
            <a:endParaRPr>
              <a:solidFill>
                <a:schemeClr val="lt2"/>
              </a:solidFill>
              <a:latin typeface="Host Grotesk"/>
              <a:ea typeface="Host Grotesk"/>
              <a:cs typeface="Host Grotesk"/>
              <a:sym typeface="Host Grotesk"/>
            </a:endParaRPr>
          </a:p>
        </p:txBody>
      </p:sp>
      <p:sp>
        <p:nvSpPr>
          <p:cNvPr id="255" name="Google Shape;255;p16"/>
          <p:cNvSpPr txBox="1"/>
          <p:nvPr/>
        </p:nvSpPr>
        <p:spPr>
          <a:xfrm flipH="1">
            <a:off x="6801950" y="3902913"/>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dk2"/>
                </a:solidFill>
                <a:latin typeface="Host Grotesk"/>
                <a:ea typeface="Host Grotesk"/>
                <a:cs typeface="Host Grotesk"/>
                <a:sym typeface="Host Grotesk"/>
              </a:rPr>
              <a:t>15 minutes</a:t>
            </a:r>
            <a:endParaRPr>
              <a:solidFill>
                <a:schemeClr val="dk2"/>
              </a:solidFill>
              <a:latin typeface="Host Grotesk"/>
              <a:ea typeface="Host Grotesk"/>
              <a:cs typeface="Host Grotesk"/>
              <a:sym typeface="Host Grotesk"/>
            </a:endParaRPr>
          </a:p>
        </p:txBody>
      </p:sp>
      <p:cxnSp>
        <p:nvCxnSpPr>
          <p:cNvPr id="256" name="Google Shape;256;p16"/>
          <p:cNvCxnSpPr/>
          <p:nvPr/>
        </p:nvCxnSpPr>
        <p:spPr>
          <a:xfrm>
            <a:off x="283850" y="4682671"/>
            <a:ext cx="8573100" cy="0"/>
          </a:xfrm>
          <a:prstGeom prst="straightConnector1">
            <a:avLst/>
          </a:prstGeom>
          <a:noFill/>
          <a:ln cap="flat" cmpd="sng" w="9525">
            <a:solidFill>
              <a:schemeClr val="dk2"/>
            </a:solidFill>
            <a:prstDash val="solid"/>
            <a:round/>
            <a:headEnd len="med" w="med" type="none"/>
            <a:tailEnd len="med" w="med" type="none"/>
          </a:ln>
        </p:spPr>
      </p:cxnSp>
      <p:sp>
        <p:nvSpPr>
          <p:cNvPr id="257" name="Google Shape;257;p16"/>
          <p:cNvSpPr txBox="1"/>
          <p:nvPr/>
        </p:nvSpPr>
        <p:spPr>
          <a:xfrm>
            <a:off x="1125100" y="3902925"/>
            <a:ext cx="3805500" cy="773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700">
                <a:solidFill>
                  <a:schemeClr val="dk2"/>
                </a:solidFill>
                <a:latin typeface="Host Grotesk"/>
                <a:ea typeface="Host Grotesk"/>
                <a:cs typeface="Host Grotesk"/>
                <a:sym typeface="Host Grotesk"/>
              </a:rPr>
              <a:t>Appendix</a:t>
            </a:r>
            <a:endParaRPr sz="1700">
              <a:solidFill>
                <a:schemeClr val="dk2"/>
              </a:solidFill>
              <a:latin typeface="Host Grotesk"/>
              <a:ea typeface="Host Grotesk"/>
              <a:cs typeface="Host Grotesk"/>
              <a:sym typeface="Host Grotesk"/>
            </a:endParaRPr>
          </a:p>
        </p:txBody>
      </p:sp>
      <p:sp>
        <p:nvSpPr>
          <p:cNvPr id="258" name="Google Shape;258;p16"/>
          <p:cNvSpPr txBox="1"/>
          <p:nvPr/>
        </p:nvSpPr>
        <p:spPr>
          <a:xfrm>
            <a:off x="4567475" y="2337350"/>
            <a:ext cx="3000000" cy="773700"/>
          </a:xfrm>
          <a:prstGeom prst="rect">
            <a:avLst/>
          </a:prstGeom>
          <a:noFill/>
          <a:ln>
            <a:noFill/>
          </a:ln>
        </p:spPr>
        <p:txBody>
          <a:bodyPr anchorCtr="0" anchor="ctr" bIns="91425" lIns="91425" spcFirstLastPara="1" rIns="91425" wrap="square" tIns="91425">
            <a:noAutofit/>
          </a:bodyPr>
          <a:lstStyle/>
          <a:p>
            <a:pPr indent="-219710" lvl="1" marL="822960" rtl="0" algn="l">
              <a:lnSpc>
                <a:spcPct val="80000"/>
              </a:lnSpc>
              <a:spcBef>
                <a:spcPts val="0"/>
              </a:spcBef>
              <a:spcAft>
                <a:spcPts val="0"/>
              </a:spcAft>
              <a:buClr>
                <a:schemeClr val="dk2"/>
              </a:buClr>
              <a:buSzPts val="1300"/>
              <a:buFont typeface="Host Grotesk"/>
              <a:buChar char="○"/>
            </a:pPr>
            <a:r>
              <a:rPr lang="en" sz="1300">
                <a:solidFill>
                  <a:schemeClr val="dk2"/>
                </a:solidFill>
                <a:latin typeface="Host Grotesk"/>
                <a:ea typeface="Host Grotesk"/>
                <a:cs typeface="Host Grotesk"/>
                <a:sym typeface="Host Grotesk"/>
              </a:rPr>
              <a:t>XX</a:t>
            </a:r>
            <a:endParaRPr sz="1300">
              <a:solidFill>
                <a:schemeClr val="dk2"/>
              </a:solidFill>
              <a:latin typeface="Host Grotesk"/>
              <a:ea typeface="Host Grotesk"/>
              <a:cs typeface="Host Grotesk"/>
              <a:sym typeface="Host Grotesk"/>
            </a:endParaRPr>
          </a:p>
          <a:p>
            <a:pPr indent="-219710" lvl="1" marL="822960" rtl="0" algn="l">
              <a:lnSpc>
                <a:spcPct val="80000"/>
              </a:lnSpc>
              <a:spcBef>
                <a:spcPts val="500"/>
              </a:spcBef>
              <a:spcAft>
                <a:spcPts val="500"/>
              </a:spcAft>
              <a:buClr>
                <a:schemeClr val="dk2"/>
              </a:buClr>
              <a:buSzPts val="1300"/>
              <a:buFont typeface="Host Grotesk"/>
              <a:buChar char="○"/>
            </a:pPr>
            <a:r>
              <a:rPr lang="en" sz="1300">
                <a:solidFill>
                  <a:schemeClr val="dk2"/>
                </a:solidFill>
                <a:latin typeface="Host Grotesk"/>
                <a:ea typeface="Host Grotesk"/>
                <a:cs typeface="Host Grotesk"/>
                <a:sym typeface="Host Grotesk"/>
              </a:rPr>
              <a:t>XX</a:t>
            </a:r>
            <a:endParaRPr sz="1300">
              <a:solidFill>
                <a:schemeClr val="dk2"/>
              </a:solidFill>
              <a:latin typeface="Host Grotesk"/>
              <a:ea typeface="Host Grotesk"/>
              <a:cs typeface="Host Grotesk"/>
              <a:sym typeface="Host Grotesk"/>
            </a:endParaRPr>
          </a:p>
        </p:txBody>
      </p:sp>
      <p:sp>
        <p:nvSpPr>
          <p:cNvPr id="259" name="Google Shape;259;p16"/>
          <p:cNvSpPr txBox="1"/>
          <p:nvPr>
            <p:ph type="title"/>
          </p:nvPr>
        </p:nvSpPr>
        <p:spPr>
          <a:xfrm>
            <a:off x="747000" y="257600"/>
            <a:ext cx="7421400" cy="3936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Agenda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3" name="Shape 263"/>
        <p:cNvGrpSpPr/>
        <p:nvPr/>
      </p:nvGrpSpPr>
      <p:grpSpPr>
        <a:xfrm>
          <a:off x="0" y="0"/>
          <a:ext cx="0" cy="0"/>
          <a:chOff x="0" y="0"/>
          <a:chExt cx="0" cy="0"/>
        </a:xfrm>
      </p:grpSpPr>
      <p:sp>
        <p:nvSpPr>
          <p:cNvPr id="264" name="Google Shape;264;p17"/>
          <p:cNvSpPr/>
          <p:nvPr/>
        </p:nvSpPr>
        <p:spPr>
          <a:xfrm>
            <a:off x="283884" y="1674063"/>
            <a:ext cx="544800" cy="544800"/>
          </a:xfrm>
          <a:prstGeom prst="ellipse">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01</a:t>
            </a:r>
            <a:endParaRPr sz="1800">
              <a:solidFill>
                <a:schemeClr val="lt1"/>
              </a:solidFill>
              <a:latin typeface="Manrope"/>
              <a:ea typeface="Manrope"/>
              <a:cs typeface="Manrope"/>
              <a:sym typeface="Manrope"/>
            </a:endParaRPr>
          </a:p>
        </p:txBody>
      </p:sp>
      <p:cxnSp>
        <p:nvCxnSpPr>
          <p:cNvPr id="265" name="Google Shape;265;p17"/>
          <p:cNvCxnSpPr/>
          <p:nvPr/>
        </p:nvCxnSpPr>
        <p:spPr>
          <a:xfrm>
            <a:off x="283850" y="2337356"/>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266" name="Google Shape;266;p17"/>
          <p:cNvCxnSpPr/>
          <p:nvPr/>
        </p:nvCxnSpPr>
        <p:spPr>
          <a:xfrm>
            <a:off x="283850" y="1555584"/>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267" name="Google Shape;267;p17"/>
          <p:cNvCxnSpPr/>
          <p:nvPr/>
        </p:nvCxnSpPr>
        <p:spPr>
          <a:xfrm>
            <a:off x="283850" y="3900899"/>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268" name="Google Shape;268;p17"/>
          <p:cNvCxnSpPr/>
          <p:nvPr/>
        </p:nvCxnSpPr>
        <p:spPr>
          <a:xfrm>
            <a:off x="283850" y="3119127"/>
            <a:ext cx="8573100" cy="0"/>
          </a:xfrm>
          <a:prstGeom prst="straightConnector1">
            <a:avLst/>
          </a:prstGeom>
          <a:noFill/>
          <a:ln cap="flat" cmpd="sng" w="9525">
            <a:solidFill>
              <a:schemeClr val="dk2"/>
            </a:solidFill>
            <a:prstDash val="solid"/>
            <a:round/>
            <a:headEnd len="med" w="med" type="none"/>
            <a:tailEnd len="med" w="med" type="none"/>
          </a:ln>
        </p:spPr>
      </p:cxnSp>
      <p:sp>
        <p:nvSpPr>
          <p:cNvPr id="269" name="Google Shape;269;p17"/>
          <p:cNvSpPr/>
          <p:nvPr/>
        </p:nvSpPr>
        <p:spPr>
          <a:xfrm>
            <a:off x="283884" y="2455825"/>
            <a:ext cx="544800" cy="544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02</a:t>
            </a:r>
            <a:endParaRPr sz="1800">
              <a:solidFill>
                <a:schemeClr val="lt1"/>
              </a:solidFill>
              <a:latin typeface="Manrope"/>
              <a:ea typeface="Manrope"/>
              <a:cs typeface="Manrope"/>
              <a:sym typeface="Manrope"/>
            </a:endParaRPr>
          </a:p>
        </p:txBody>
      </p:sp>
      <p:sp>
        <p:nvSpPr>
          <p:cNvPr id="270" name="Google Shape;270;p17"/>
          <p:cNvSpPr/>
          <p:nvPr/>
        </p:nvSpPr>
        <p:spPr>
          <a:xfrm>
            <a:off x="283884" y="3237613"/>
            <a:ext cx="544800" cy="544800"/>
          </a:xfrm>
          <a:prstGeom prst="ellipse">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03</a:t>
            </a:r>
            <a:endParaRPr sz="1800">
              <a:solidFill>
                <a:schemeClr val="lt1"/>
              </a:solidFill>
              <a:latin typeface="Manrope"/>
              <a:ea typeface="Manrope"/>
              <a:cs typeface="Manrope"/>
              <a:sym typeface="Manrope"/>
            </a:endParaRPr>
          </a:p>
        </p:txBody>
      </p:sp>
      <p:sp>
        <p:nvSpPr>
          <p:cNvPr id="271" name="Google Shape;271;p17"/>
          <p:cNvSpPr/>
          <p:nvPr/>
        </p:nvSpPr>
        <p:spPr>
          <a:xfrm>
            <a:off x="283884" y="4019375"/>
            <a:ext cx="544800" cy="5448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04</a:t>
            </a:r>
            <a:endParaRPr sz="1800">
              <a:solidFill>
                <a:schemeClr val="lt1"/>
              </a:solidFill>
              <a:latin typeface="Manrope"/>
              <a:ea typeface="Manrope"/>
              <a:cs typeface="Manrope"/>
              <a:sym typeface="Manrope"/>
            </a:endParaRPr>
          </a:p>
        </p:txBody>
      </p:sp>
      <p:sp>
        <p:nvSpPr>
          <p:cNvPr id="272" name="Google Shape;272;p17"/>
          <p:cNvSpPr txBox="1"/>
          <p:nvPr/>
        </p:nvSpPr>
        <p:spPr>
          <a:xfrm>
            <a:off x="1125100" y="2345400"/>
            <a:ext cx="35973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lt2"/>
                </a:solidFill>
                <a:latin typeface="Host Grotesk"/>
                <a:ea typeface="Host Grotesk"/>
                <a:cs typeface="Host Grotesk"/>
                <a:sym typeface="Host Grotesk"/>
              </a:rPr>
              <a:t>XX</a:t>
            </a:r>
            <a:endParaRPr sz="1700">
              <a:solidFill>
                <a:schemeClr val="lt2"/>
              </a:solidFill>
              <a:latin typeface="Host Grotesk"/>
              <a:ea typeface="Host Grotesk"/>
              <a:cs typeface="Host Grotesk"/>
              <a:sym typeface="Host Grotesk"/>
            </a:endParaRPr>
          </a:p>
        </p:txBody>
      </p:sp>
      <p:sp>
        <p:nvSpPr>
          <p:cNvPr id="273" name="Google Shape;273;p17"/>
          <p:cNvSpPr txBox="1"/>
          <p:nvPr/>
        </p:nvSpPr>
        <p:spPr>
          <a:xfrm>
            <a:off x="1125100" y="1555600"/>
            <a:ext cx="37467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lt2"/>
                </a:solidFill>
                <a:latin typeface="Host Grotesk"/>
                <a:ea typeface="Host Grotesk"/>
                <a:cs typeface="Host Grotesk"/>
                <a:sym typeface="Host Grotesk"/>
              </a:rPr>
              <a:t>XX</a:t>
            </a:r>
            <a:endParaRPr sz="1700">
              <a:solidFill>
                <a:schemeClr val="lt2"/>
              </a:solidFill>
              <a:latin typeface="Host Grotesk"/>
              <a:ea typeface="Host Grotesk"/>
              <a:cs typeface="Host Grotesk"/>
              <a:sym typeface="Host Grotesk"/>
            </a:endParaRPr>
          </a:p>
        </p:txBody>
      </p:sp>
      <p:sp>
        <p:nvSpPr>
          <p:cNvPr id="274" name="Google Shape;274;p17"/>
          <p:cNvSpPr txBox="1"/>
          <p:nvPr/>
        </p:nvSpPr>
        <p:spPr>
          <a:xfrm>
            <a:off x="1125100" y="3123175"/>
            <a:ext cx="38055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lt2"/>
                </a:solidFill>
                <a:latin typeface="Host Grotesk"/>
                <a:ea typeface="Host Grotesk"/>
                <a:cs typeface="Host Grotesk"/>
                <a:sym typeface="Host Grotesk"/>
              </a:rPr>
              <a:t>XX</a:t>
            </a:r>
            <a:endParaRPr sz="1700">
              <a:solidFill>
                <a:schemeClr val="lt2"/>
              </a:solidFill>
              <a:latin typeface="Host Grotesk"/>
              <a:ea typeface="Host Grotesk"/>
              <a:cs typeface="Host Grotesk"/>
              <a:sym typeface="Host Grotesk"/>
            </a:endParaRPr>
          </a:p>
        </p:txBody>
      </p:sp>
      <p:cxnSp>
        <p:nvCxnSpPr>
          <p:cNvPr id="275" name="Google Shape;275;p17"/>
          <p:cNvCxnSpPr/>
          <p:nvPr/>
        </p:nvCxnSpPr>
        <p:spPr>
          <a:xfrm>
            <a:off x="283850" y="4682671"/>
            <a:ext cx="8573100" cy="0"/>
          </a:xfrm>
          <a:prstGeom prst="straightConnector1">
            <a:avLst/>
          </a:prstGeom>
          <a:noFill/>
          <a:ln cap="flat" cmpd="sng" w="9525">
            <a:solidFill>
              <a:schemeClr val="dk2"/>
            </a:solidFill>
            <a:prstDash val="solid"/>
            <a:round/>
            <a:headEnd len="med" w="med" type="none"/>
            <a:tailEnd len="med" w="med" type="none"/>
          </a:ln>
        </p:spPr>
      </p:cxnSp>
      <p:sp>
        <p:nvSpPr>
          <p:cNvPr id="276" name="Google Shape;276;p17"/>
          <p:cNvSpPr txBox="1"/>
          <p:nvPr/>
        </p:nvSpPr>
        <p:spPr>
          <a:xfrm>
            <a:off x="1125100" y="3902925"/>
            <a:ext cx="3805500" cy="773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700">
                <a:solidFill>
                  <a:schemeClr val="lt2"/>
                </a:solidFill>
                <a:latin typeface="Host Grotesk"/>
                <a:ea typeface="Host Grotesk"/>
                <a:cs typeface="Host Grotesk"/>
                <a:sym typeface="Host Grotesk"/>
              </a:rPr>
              <a:t>XX</a:t>
            </a:r>
            <a:endParaRPr sz="1700">
              <a:solidFill>
                <a:schemeClr val="lt2"/>
              </a:solidFill>
              <a:latin typeface="Host Grotesk"/>
              <a:ea typeface="Host Grotesk"/>
              <a:cs typeface="Host Grotesk"/>
              <a:sym typeface="Host Grotesk"/>
            </a:endParaRPr>
          </a:p>
        </p:txBody>
      </p:sp>
      <p:sp>
        <p:nvSpPr>
          <p:cNvPr id="277" name="Google Shape;277;p17"/>
          <p:cNvSpPr txBox="1"/>
          <p:nvPr>
            <p:ph type="title"/>
          </p:nvPr>
        </p:nvSpPr>
        <p:spPr>
          <a:xfrm>
            <a:off x="747000" y="257600"/>
            <a:ext cx="7421400" cy="3936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Appendix</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000000"/>
      </a:lt1>
      <a:dk2>
        <a:srgbClr val="303030"/>
      </a:dk2>
      <a:lt2>
        <a:srgbClr val="DADADA"/>
      </a:lt2>
      <a:accent1>
        <a:srgbClr val="D1AAD7"/>
      </a:accent1>
      <a:accent2>
        <a:srgbClr val="C88BC4"/>
      </a:accent2>
      <a:accent3>
        <a:srgbClr val="7B8FDD"/>
      </a:accent3>
      <a:accent4>
        <a:srgbClr val="86BFF2"/>
      </a:accent4>
      <a:accent5>
        <a:srgbClr val="BBDEF2"/>
      </a:accent5>
      <a:accent6>
        <a:srgbClr val="D1AAD7"/>
      </a:accent6>
      <a:hlink>
        <a:srgbClr val="86BFF2"/>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